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4"/>
  </p:notesMasterIdLst>
  <p:handoutMasterIdLst>
    <p:handoutMasterId r:id="rId15"/>
  </p:handoutMasterIdLst>
  <p:sldIdLst>
    <p:sldId id="278" r:id="rId5"/>
    <p:sldId id="283" r:id="rId6"/>
    <p:sldId id="294" r:id="rId7"/>
    <p:sldId id="282" r:id="rId8"/>
    <p:sldId id="295" r:id="rId9"/>
    <p:sldId id="293" r:id="rId10"/>
    <p:sldId id="296" r:id="rId11"/>
    <p:sldId id="288" r:id="rId12"/>
    <p:sldId id="271" r:id="rId13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404" autoAdjust="0"/>
    <p:restoredTop sz="95388" autoAdjust="0"/>
  </p:normalViewPr>
  <p:slideViewPr>
    <p:cSldViewPr snapToGrid="0">
      <p:cViewPr varScale="1">
        <p:scale>
          <a:sx n="82" d="100"/>
          <a:sy n="82" d="100"/>
        </p:scale>
        <p:origin x="974" y="7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97" d="100"/>
          <a:sy n="97" d="100"/>
        </p:scale>
        <p:origin x="286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13886F-3B9C-4215-91B2-4F440B31995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s-PE"/>
        </a:p>
      </dgm:t>
    </dgm:pt>
    <dgm:pt modelId="{83AEA0DD-2EEA-4CF0-9F16-0D565ECDA3D6}">
      <dgm:prSet phldrT="[Texto]" custT="1"/>
      <dgm:spPr>
        <a:scene3d>
          <a:camera prst="orthographicFront"/>
          <a:lightRig rig="threePt" dir="t"/>
        </a:scene3d>
        <a:sp3d>
          <a:bevelT w="234950" h="82550"/>
        </a:sp3d>
      </dgm:spPr>
      <dgm:t>
        <a:bodyPr/>
        <a:lstStyle/>
        <a:p>
          <a:pPr>
            <a:lnSpc>
              <a:spcPct val="100000"/>
            </a:lnSpc>
          </a:pPr>
          <a:r>
            <a:rPr lang="es-MX" sz="1600" kern="1200" dirty="0">
              <a:solidFill>
                <a:srgbClr val="0070C0"/>
              </a:solidFill>
            </a:rPr>
            <a:t>1. </a:t>
          </a:r>
          <a:r>
            <a:rPr lang="es-MX" sz="1600" kern="1200" dirty="0">
              <a:solidFill>
                <a:srgbClr val="0070C0"/>
              </a:solidFill>
              <a:latin typeface="Gill Sans MT"/>
              <a:ea typeface="+mn-ea"/>
              <a:cs typeface="+mn-cs"/>
            </a:rPr>
            <a:t>Digitalizar la gestión del centro</a:t>
          </a:r>
          <a:endParaRPr lang="es-PE" sz="1600" kern="1200" dirty="0">
            <a:solidFill>
              <a:srgbClr val="0070C0"/>
            </a:solidFill>
            <a:latin typeface="Gill Sans MT"/>
            <a:ea typeface="+mn-ea"/>
            <a:cs typeface="+mn-cs"/>
          </a:endParaRPr>
        </a:p>
      </dgm:t>
    </dgm:pt>
    <dgm:pt modelId="{A8A68959-8AD9-4922-9F47-68FA73CBF63D}" type="parTrans" cxnId="{112ADFF6-6C87-441F-87BF-EE6BD9C0996A}">
      <dgm:prSet/>
      <dgm:spPr/>
      <dgm:t>
        <a:bodyPr/>
        <a:lstStyle/>
        <a:p>
          <a:endParaRPr lang="es-PE">
            <a:solidFill>
              <a:schemeClr val="bg1"/>
            </a:solidFill>
          </a:endParaRPr>
        </a:p>
      </dgm:t>
    </dgm:pt>
    <dgm:pt modelId="{F08832E6-0C60-43F3-9D54-379E0BFB920F}" type="sibTrans" cxnId="{112ADFF6-6C87-441F-87BF-EE6BD9C0996A}">
      <dgm:prSet/>
      <dgm:spPr>
        <a:scene3d>
          <a:camera prst="orthographicFront"/>
          <a:lightRig rig="threePt" dir="t"/>
        </a:scene3d>
        <a:sp3d>
          <a:bevelT w="234950" h="82550"/>
        </a:sp3d>
      </dgm:spPr>
      <dgm:t>
        <a:bodyPr/>
        <a:lstStyle/>
        <a:p>
          <a:endParaRPr lang="es-PE">
            <a:solidFill>
              <a:schemeClr val="bg1"/>
            </a:solidFill>
          </a:endParaRPr>
        </a:p>
      </dgm:t>
    </dgm:pt>
    <dgm:pt modelId="{68817179-13ED-4632-B125-90C52C7EAB89}">
      <dgm:prSet phldrT="[Texto]" custT="1"/>
      <dgm:spPr>
        <a:scene3d>
          <a:camera prst="orthographicFront"/>
          <a:lightRig rig="threePt" dir="t"/>
        </a:scene3d>
        <a:sp3d>
          <a:bevelT w="234950" h="82550"/>
        </a:sp3d>
      </dgm:spPr>
      <dgm:t>
        <a:bodyPr/>
        <a:lstStyle/>
        <a:p>
          <a:pPr>
            <a:lnSpc>
              <a:spcPct val="100000"/>
            </a:lnSpc>
          </a:pPr>
          <a:r>
            <a:rPr lang="es-MX" sz="1600" kern="1200" dirty="0">
              <a:solidFill>
                <a:srgbClr val="0070C0"/>
              </a:solidFill>
            </a:rPr>
            <a:t>2. </a:t>
          </a:r>
          <a:r>
            <a:rPr lang="es-PE" sz="1600" kern="1200" dirty="0">
              <a:solidFill>
                <a:srgbClr val="0070C0"/>
              </a:solidFill>
              <a:latin typeface="Gill Sans MT"/>
              <a:ea typeface="+mn-ea"/>
              <a:cs typeface="+mn-cs"/>
            </a:rPr>
            <a:t>Mejorar</a:t>
          </a:r>
          <a:r>
            <a:rPr lang="es-PE" sz="1600" kern="1200" dirty="0"/>
            <a:t> </a:t>
          </a:r>
          <a:r>
            <a:rPr lang="es-PE" sz="1600" kern="1200" dirty="0">
              <a:solidFill>
                <a:srgbClr val="0070C0"/>
              </a:solidFill>
              <a:latin typeface="Gill Sans MT"/>
              <a:ea typeface="+mn-ea"/>
              <a:cs typeface="+mn-cs"/>
            </a:rPr>
            <a:t>el control administrativo</a:t>
          </a:r>
        </a:p>
      </dgm:t>
    </dgm:pt>
    <dgm:pt modelId="{80E3BB1A-19C0-4DC6-9E97-8E92D978CDD0}" type="parTrans" cxnId="{1C763C6B-0FBE-4016-A252-88ADA92A5353}">
      <dgm:prSet/>
      <dgm:spPr/>
      <dgm:t>
        <a:bodyPr/>
        <a:lstStyle/>
        <a:p>
          <a:endParaRPr lang="es-PE">
            <a:solidFill>
              <a:schemeClr val="bg1"/>
            </a:solidFill>
          </a:endParaRPr>
        </a:p>
      </dgm:t>
    </dgm:pt>
    <dgm:pt modelId="{30BDB816-00B9-46B5-9D6E-FB42A1858034}" type="sibTrans" cxnId="{1C763C6B-0FBE-4016-A252-88ADA92A5353}">
      <dgm:prSet/>
      <dgm:spPr/>
      <dgm:t>
        <a:bodyPr/>
        <a:lstStyle/>
        <a:p>
          <a:endParaRPr lang="es-PE">
            <a:solidFill>
              <a:schemeClr val="bg1"/>
            </a:solidFill>
          </a:endParaRPr>
        </a:p>
      </dgm:t>
    </dgm:pt>
    <dgm:pt modelId="{5F78F51C-F6DC-4B48-A16F-993B10BA8D00}">
      <dgm:prSet phldrT="[Texto]" custT="1"/>
      <dgm:spPr>
        <a:scene3d>
          <a:camera prst="orthographicFront"/>
          <a:lightRig rig="threePt" dir="t"/>
        </a:scene3d>
        <a:sp3d>
          <a:bevelT w="234950" h="82550"/>
        </a:sp3d>
      </dgm:spPr>
      <dgm:t>
        <a:bodyPr/>
        <a:lstStyle/>
        <a:p>
          <a:pPr>
            <a:lnSpc>
              <a:spcPct val="100000"/>
            </a:lnSpc>
          </a:pPr>
          <a:r>
            <a:rPr lang="es-MX" sz="1600" kern="1200" dirty="0">
              <a:solidFill>
                <a:srgbClr val="0070C0"/>
              </a:solidFill>
            </a:rPr>
            <a:t>3. </a:t>
          </a:r>
          <a:r>
            <a:rPr lang="es-MX" sz="1600" kern="1200" dirty="0">
              <a:solidFill>
                <a:srgbClr val="0070C0"/>
              </a:solidFill>
              <a:latin typeface="Gill Sans MT"/>
              <a:ea typeface="+mn-ea"/>
              <a:cs typeface="+mn-cs"/>
            </a:rPr>
            <a:t>Facilitar el trabajo del terapeuta</a:t>
          </a:r>
          <a:endParaRPr lang="es-PE" sz="1600" kern="1200" dirty="0">
            <a:solidFill>
              <a:srgbClr val="0070C0"/>
            </a:solidFill>
            <a:latin typeface="Gill Sans MT"/>
            <a:ea typeface="+mn-ea"/>
            <a:cs typeface="+mn-cs"/>
          </a:endParaRPr>
        </a:p>
      </dgm:t>
    </dgm:pt>
    <dgm:pt modelId="{15BF166A-4302-4AEC-A567-097A7562A7F2}" type="parTrans" cxnId="{D77C0F2A-3F83-4791-8E5D-9353D05DBC7A}">
      <dgm:prSet/>
      <dgm:spPr/>
      <dgm:t>
        <a:bodyPr/>
        <a:lstStyle/>
        <a:p>
          <a:endParaRPr lang="es-PE">
            <a:solidFill>
              <a:schemeClr val="bg1"/>
            </a:solidFill>
          </a:endParaRPr>
        </a:p>
      </dgm:t>
    </dgm:pt>
    <dgm:pt modelId="{11F13A3D-D9F3-46C3-A86A-92D8F53D6FCC}" type="sibTrans" cxnId="{D77C0F2A-3F83-4791-8E5D-9353D05DBC7A}">
      <dgm:prSet/>
      <dgm:spPr/>
      <dgm:t>
        <a:bodyPr/>
        <a:lstStyle/>
        <a:p>
          <a:endParaRPr lang="es-PE">
            <a:solidFill>
              <a:schemeClr val="bg1"/>
            </a:solidFill>
          </a:endParaRPr>
        </a:p>
      </dgm:t>
    </dgm:pt>
    <dgm:pt modelId="{28BD4EAC-2C88-4A07-8ECB-A80191A5D00B}">
      <dgm:prSet phldrT="[Texto]"/>
      <dgm:spPr>
        <a:scene3d>
          <a:camera prst="orthographicFront"/>
          <a:lightRig rig="threePt" dir="t"/>
        </a:scene3d>
        <a:sp3d>
          <a:bevelT w="234950" h="82550"/>
        </a:sp3d>
      </dgm:spPr>
      <dgm:t>
        <a:bodyPr/>
        <a:lstStyle/>
        <a:p>
          <a:pPr>
            <a:lnSpc>
              <a:spcPct val="100000"/>
            </a:lnSpc>
          </a:pPr>
          <a:r>
            <a:rPr lang="es-MX" dirty="0">
              <a:solidFill>
                <a:srgbClr val="0070C0"/>
              </a:solidFill>
            </a:rPr>
            <a:t>4. Gestión de pacientes</a:t>
          </a:r>
          <a:endParaRPr lang="es-PE" dirty="0">
            <a:solidFill>
              <a:srgbClr val="0070C0"/>
            </a:solidFill>
          </a:endParaRPr>
        </a:p>
      </dgm:t>
    </dgm:pt>
    <dgm:pt modelId="{85468CE2-FBC6-4114-BD0C-C2E341B8DE2A}" type="parTrans" cxnId="{2AB583E1-EFA1-4E38-AD9D-DC34359CE22D}">
      <dgm:prSet/>
      <dgm:spPr/>
      <dgm:t>
        <a:bodyPr/>
        <a:lstStyle/>
        <a:p>
          <a:endParaRPr lang="es-PE">
            <a:solidFill>
              <a:schemeClr val="bg1"/>
            </a:solidFill>
          </a:endParaRPr>
        </a:p>
      </dgm:t>
    </dgm:pt>
    <dgm:pt modelId="{50E34ACB-A2B8-4E6B-9269-6A568C7FC349}" type="sibTrans" cxnId="{2AB583E1-EFA1-4E38-AD9D-DC34359CE22D}">
      <dgm:prSet/>
      <dgm:spPr/>
      <dgm:t>
        <a:bodyPr/>
        <a:lstStyle/>
        <a:p>
          <a:endParaRPr lang="es-PE">
            <a:solidFill>
              <a:schemeClr val="bg1"/>
            </a:solidFill>
          </a:endParaRPr>
        </a:p>
      </dgm:t>
    </dgm:pt>
    <dgm:pt modelId="{5953C52A-10F6-42F5-ABF9-46BD0C61E9FB}">
      <dgm:prSet phldrT="[Texto]" custT="1"/>
      <dgm:spPr>
        <a:scene3d>
          <a:camera prst="orthographicFront"/>
          <a:lightRig rig="threePt" dir="t"/>
        </a:scene3d>
        <a:sp3d>
          <a:bevelT w="234950" h="82550"/>
        </a:sp3d>
      </dgm:spPr>
      <dgm:t>
        <a:bodyPr/>
        <a:lstStyle/>
        <a:p>
          <a:pPr>
            <a:lnSpc>
              <a:spcPct val="100000"/>
            </a:lnSpc>
          </a:pPr>
          <a:r>
            <a:rPr lang="es-MX" sz="1600" kern="1200" dirty="0">
              <a:solidFill>
                <a:srgbClr val="0070C0"/>
              </a:solidFill>
            </a:rPr>
            <a:t>5. </a:t>
          </a:r>
          <a:r>
            <a:rPr lang="es-MX" sz="1600" kern="1200" dirty="0">
              <a:solidFill>
                <a:srgbClr val="0070C0"/>
              </a:solidFill>
              <a:latin typeface="Gill Sans MT"/>
              <a:ea typeface="+mn-ea"/>
              <a:cs typeface="+mn-cs"/>
            </a:rPr>
            <a:t>Registrar evolución de los pacientes</a:t>
          </a:r>
          <a:endParaRPr lang="es-PE" sz="1600" kern="1200" dirty="0">
            <a:solidFill>
              <a:srgbClr val="0070C0"/>
            </a:solidFill>
            <a:latin typeface="Gill Sans MT"/>
            <a:ea typeface="+mn-ea"/>
            <a:cs typeface="+mn-cs"/>
          </a:endParaRPr>
        </a:p>
      </dgm:t>
    </dgm:pt>
    <dgm:pt modelId="{7F9B2394-5113-4597-A94B-3FC3B1BA0D85}" type="parTrans" cxnId="{10D18AAA-863C-479D-9E16-50D4AA7C91AD}">
      <dgm:prSet/>
      <dgm:spPr/>
      <dgm:t>
        <a:bodyPr/>
        <a:lstStyle/>
        <a:p>
          <a:endParaRPr lang="es-PE">
            <a:solidFill>
              <a:schemeClr val="bg1"/>
            </a:solidFill>
          </a:endParaRPr>
        </a:p>
      </dgm:t>
    </dgm:pt>
    <dgm:pt modelId="{F83A63D9-FF49-46BA-84D3-DB955DFFF05D}" type="sibTrans" cxnId="{10D18AAA-863C-479D-9E16-50D4AA7C91AD}">
      <dgm:prSet/>
      <dgm:spPr/>
      <dgm:t>
        <a:bodyPr/>
        <a:lstStyle/>
        <a:p>
          <a:endParaRPr lang="es-PE">
            <a:solidFill>
              <a:schemeClr val="bg1"/>
            </a:solidFill>
          </a:endParaRPr>
        </a:p>
      </dgm:t>
    </dgm:pt>
    <dgm:pt modelId="{A7843ECB-B887-4297-91FD-812970E2648D}">
      <dgm:prSet phldrT="[Texto]" custT="1"/>
      <dgm:spPr>
        <a:scene3d>
          <a:camera prst="orthographicFront"/>
          <a:lightRig rig="threePt" dir="t"/>
        </a:scene3d>
        <a:sp3d>
          <a:bevelT w="234950" h="82550"/>
        </a:sp3d>
      </dgm:spPr>
      <dgm:t>
        <a:bodyPr/>
        <a:lstStyle/>
        <a:p>
          <a:pPr>
            <a:lnSpc>
              <a:spcPct val="100000"/>
            </a:lnSpc>
          </a:pPr>
          <a:r>
            <a:rPr lang="es-MX" sz="1600" kern="1200" dirty="0">
              <a:solidFill>
                <a:srgbClr val="0070C0"/>
              </a:solidFill>
            </a:rPr>
            <a:t>6. </a:t>
          </a:r>
          <a:r>
            <a:rPr lang="es-MX" sz="1600" kern="1200" dirty="0">
              <a:solidFill>
                <a:srgbClr val="0070C0"/>
              </a:solidFill>
              <a:latin typeface="Gill Sans MT"/>
              <a:ea typeface="+mn-ea"/>
              <a:cs typeface="+mn-cs"/>
            </a:rPr>
            <a:t>Mejorar el control de citas</a:t>
          </a:r>
          <a:endParaRPr lang="es-PE" sz="1600" kern="1200" dirty="0">
            <a:solidFill>
              <a:srgbClr val="0070C0"/>
            </a:solidFill>
            <a:latin typeface="Gill Sans MT"/>
            <a:ea typeface="+mn-ea"/>
            <a:cs typeface="+mn-cs"/>
          </a:endParaRPr>
        </a:p>
      </dgm:t>
    </dgm:pt>
    <dgm:pt modelId="{CEDA6E1B-C31E-4816-9416-01A591896F66}" type="parTrans" cxnId="{944B9BD6-306C-4E10-8A36-753FE40E735A}">
      <dgm:prSet/>
      <dgm:spPr/>
      <dgm:t>
        <a:bodyPr/>
        <a:lstStyle/>
        <a:p>
          <a:endParaRPr lang="es-PE">
            <a:solidFill>
              <a:schemeClr val="bg1"/>
            </a:solidFill>
          </a:endParaRPr>
        </a:p>
      </dgm:t>
    </dgm:pt>
    <dgm:pt modelId="{DE50C0FD-8F70-4F20-A9F4-D7CFC8002D4E}" type="sibTrans" cxnId="{944B9BD6-306C-4E10-8A36-753FE40E735A}">
      <dgm:prSet/>
      <dgm:spPr/>
      <dgm:t>
        <a:bodyPr/>
        <a:lstStyle/>
        <a:p>
          <a:endParaRPr lang="es-PE">
            <a:solidFill>
              <a:schemeClr val="bg1"/>
            </a:solidFill>
          </a:endParaRPr>
        </a:p>
      </dgm:t>
    </dgm:pt>
    <dgm:pt modelId="{775DD8FC-9559-44EE-8B9D-6C750839727D}">
      <dgm:prSet phldrT="[Texto]"/>
      <dgm:spPr>
        <a:scene3d>
          <a:camera prst="orthographicFront"/>
          <a:lightRig rig="threePt" dir="t"/>
        </a:scene3d>
        <a:sp3d>
          <a:bevelT w="234950" h="82550"/>
        </a:sp3d>
      </dgm:spPr>
      <dgm:t>
        <a:bodyPr/>
        <a:lstStyle/>
        <a:p>
          <a:pPr>
            <a:lnSpc>
              <a:spcPct val="100000"/>
            </a:lnSpc>
          </a:pPr>
          <a:r>
            <a:rPr lang="es-MX" dirty="0">
              <a:solidFill>
                <a:srgbClr val="0070C0"/>
              </a:solidFill>
            </a:rPr>
            <a:t>7. Automatización de la información</a:t>
          </a:r>
          <a:endParaRPr lang="es-PE" dirty="0">
            <a:solidFill>
              <a:srgbClr val="0070C0"/>
            </a:solidFill>
          </a:endParaRPr>
        </a:p>
      </dgm:t>
    </dgm:pt>
    <dgm:pt modelId="{0FC6088F-E5AB-43CE-B5F3-13F0B1D1B186}" type="parTrans" cxnId="{8746B5B2-FBF5-4432-8B59-9A69DDB91A14}">
      <dgm:prSet/>
      <dgm:spPr/>
      <dgm:t>
        <a:bodyPr/>
        <a:lstStyle/>
        <a:p>
          <a:endParaRPr lang="es-PE">
            <a:solidFill>
              <a:schemeClr val="bg1"/>
            </a:solidFill>
          </a:endParaRPr>
        </a:p>
      </dgm:t>
    </dgm:pt>
    <dgm:pt modelId="{E3DFFDCF-BC5A-44FC-A428-70678D7F1A7D}" type="sibTrans" cxnId="{8746B5B2-FBF5-4432-8B59-9A69DDB91A14}">
      <dgm:prSet/>
      <dgm:spPr/>
      <dgm:t>
        <a:bodyPr/>
        <a:lstStyle/>
        <a:p>
          <a:endParaRPr lang="es-PE">
            <a:solidFill>
              <a:schemeClr val="bg1"/>
            </a:solidFill>
          </a:endParaRPr>
        </a:p>
      </dgm:t>
    </dgm:pt>
    <dgm:pt modelId="{1044C646-2E13-4A7B-B166-9A01B2ABC61D}" type="pres">
      <dgm:prSet presAssocID="{7513886F-3B9C-4215-91B2-4F440B319954}" presName="root" presStyleCnt="0">
        <dgm:presLayoutVars>
          <dgm:dir/>
          <dgm:resizeHandles val="exact"/>
        </dgm:presLayoutVars>
      </dgm:prSet>
      <dgm:spPr/>
    </dgm:pt>
    <dgm:pt modelId="{B2BC6769-B44B-4F77-89F5-D578A4B0E76F}" type="pres">
      <dgm:prSet presAssocID="{83AEA0DD-2EEA-4CF0-9F16-0D565ECDA3D6}" presName="compNode" presStyleCnt="0"/>
      <dgm:spPr/>
    </dgm:pt>
    <dgm:pt modelId="{BD6AB1B3-37A7-4A4D-8558-68508202DB8D}" type="pres">
      <dgm:prSet presAssocID="{83AEA0DD-2EEA-4CF0-9F16-0D565ECDA3D6}" presName="bgRect" presStyleLbl="bgShp" presStyleIdx="0" presStyleCnt="7"/>
      <dgm:spPr/>
    </dgm:pt>
    <dgm:pt modelId="{A9AB36DE-FC74-4ABF-82FE-3FC504F4FD1D}" type="pres">
      <dgm:prSet presAssocID="{83AEA0DD-2EEA-4CF0-9F16-0D565ECDA3D6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ana"/>
        </a:ext>
      </dgm:extLst>
    </dgm:pt>
    <dgm:pt modelId="{012BB746-97AA-45FF-85FE-AB98CA2FD115}" type="pres">
      <dgm:prSet presAssocID="{83AEA0DD-2EEA-4CF0-9F16-0D565ECDA3D6}" presName="spaceRect" presStyleCnt="0"/>
      <dgm:spPr/>
    </dgm:pt>
    <dgm:pt modelId="{1028278B-46C1-479D-9B97-EE847D96C223}" type="pres">
      <dgm:prSet presAssocID="{83AEA0DD-2EEA-4CF0-9F16-0D565ECDA3D6}" presName="parTx" presStyleLbl="revTx" presStyleIdx="0" presStyleCnt="7">
        <dgm:presLayoutVars>
          <dgm:chMax val="0"/>
          <dgm:chPref val="0"/>
        </dgm:presLayoutVars>
      </dgm:prSet>
      <dgm:spPr/>
    </dgm:pt>
    <dgm:pt modelId="{F6BC8A5D-991C-4629-9304-1B853C06C53C}" type="pres">
      <dgm:prSet presAssocID="{F08832E6-0C60-43F3-9D54-379E0BFB920F}" presName="sibTrans" presStyleCnt="0"/>
      <dgm:spPr/>
    </dgm:pt>
    <dgm:pt modelId="{C4901B78-28FA-4110-9106-619265D5CDAD}" type="pres">
      <dgm:prSet presAssocID="{68817179-13ED-4632-B125-90C52C7EAB89}" presName="compNode" presStyleCnt="0"/>
      <dgm:spPr/>
    </dgm:pt>
    <dgm:pt modelId="{06337B6F-54FE-47B8-9407-E21DC8C73260}" type="pres">
      <dgm:prSet presAssocID="{68817179-13ED-4632-B125-90C52C7EAB89}" presName="bgRect" presStyleLbl="bgShp" presStyleIdx="1" presStyleCnt="7"/>
      <dgm:spPr/>
    </dgm:pt>
    <dgm:pt modelId="{9CA34A9E-A41A-4E6A-9498-F0CD31E3E0C6}" type="pres">
      <dgm:prSet presAssocID="{68817179-13ED-4632-B125-90C52C7EAB89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3F7D6548-9504-41AB-84C1-8D3AC17C23A6}" type="pres">
      <dgm:prSet presAssocID="{68817179-13ED-4632-B125-90C52C7EAB89}" presName="spaceRect" presStyleCnt="0"/>
      <dgm:spPr/>
    </dgm:pt>
    <dgm:pt modelId="{1F3F184F-60C8-4650-AA9A-D55E02F7DFA7}" type="pres">
      <dgm:prSet presAssocID="{68817179-13ED-4632-B125-90C52C7EAB89}" presName="parTx" presStyleLbl="revTx" presStyleIdx="1" presStyleCnt="7">
        <dgm:presLayoutVars>
          <dgm:chMax val="0"/>
          <dgm:chPref val="0"/>
        </dgm:presLayoutVars>
      </dgm:prSet>
      <dgm:spPr/>
    </dgm:pt>
    <dgm:pt modelId="{BCE138A1-21C0-4509-AF29-532ABC58F445}" type="pres">
      <dgm:prSet presAssocID="{30BDB816-00B9-46B5-9D6E-FB42A1858034}" presName="sibTrans" presStyleCnt="0"/>
      <dgm:spPr/>
    </dgm:pt>
    <dgm:pt modelId="{D4756A79-5B6B-4751-A223-02EB52E3E132}" type="pres">
      <dgm:prSet presAssocID="{5F78F51C-F6DC-4B48-A16F-993B10BA8D00}" presName="compNode" presStyleCnt="0"/>
      <dgm:spPr/>
    </dgm:pt>
    <dgm:pt modelId="{308F6107-F3FC-47D2-A3EF-EDBF1CDCD61C}" type="pres">
      <dgm:prSet presAssocID="{5F78F51C-F6DC-4B48-A16F-993B10BA8D00}" presName="bgRect" presStyleLbl="bgShp" presStyleIdx="2" presStyleCnt="7"/>
      <dgm:spPr/>
    </dgm:pt>
    <dgm:pt modelId="{1FD2B28F-9CB9-4F26-AA32-032673102C14}" type="pres">
      <dgm:prSet presAssocID="{5F78F51C-F6DC-4B48-A16F-993B10BA8D00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rramientas"/>
        </a:ext>
      </dgm:extLst>
    </dgm:pt>
    <dgm:pt modelId="{8AB6C88F-7C3A-42B8-BFE1-0579AB6A6C67}" type="pres">
      <dgm:prSet presAssocID="{5F78F51C-F6DC-4B48-A16F-993B10BA8D00}" presName="spaceRect" presStyleCnt="0"/>
      <dgm:spPr/>
    </dgm:pt>
    <dgm:pt modelId="{29E185E6-29C5-4D2B-ACCE-357B9FA31E2F}" type="pres">
      <dgm:prSet presAssocID="{5F78F51C-F6DC-4B48-A16F-993B10BA8D00}" presName="parTx" presStyleLbl="revTx" presStyleIdx="2" presStyleCnt="7">
        <dgm:presLayoutVars>
          <dgm:chMax val="0"/>
          <dgm:chPref val="0"/>
        </dgm:presLayoutVars>
      </dgm:prSet>
      <dgm:spPr/>
    </dgm:pt>
    <dgm:pt modelId="{660DDE1A-128F-4F2B-846B-4E73860EBE18}" type="pres">
      <dgm:prSet presAssocID="{11F13A3D-D9F3-46C3-A86A-92D8F53D6FCC}" presName="sibTrans" presStyleCnt="0"/>
      <dgm:spPr/>
    </dgm:pt>
    <dgm:pt modelId="{BFEBB580-164B-418E-AF13-6C093B414723}" type="pres">
      <dgm:prSet presAssocID="{28BD4EAC-2C88-4A07-8ECB-A80191A5D00B}" presName="compNode" presStyleCnt="0"/>
      <dgm:spPr/>
    </dgm:pt>
    <dgm:pt modelId="{790B083E-CA01-4979-ABB5-6E606F2BA895}" type="pres">
      <dgm:prSet presAssocID="{28BD4EAC-2C88-4A07-8ECB-A80191A5D00B}" presName="bgRect" presStyleLbl="bgShp" presStyleIdx="3" presStyleCnt="7"/>
      <dgm:spPr/>
    </dgm:pt>
    <dgm:pt modelId="{28A05D4D-4170-4A2E-A15A-FA6025C6A3AC}" type="pres">
      <dgm:prSet presAssocID="{28BD4EAC-2C88-4A07-8ECB-A80191A5D00B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"/>
        </a:ext>
      </dgm:extLst>
    </dgm:pt>
    <dgm:pt modelId="{C0EAD7AF-7B46-4FB9-88F8-9D738273865B}" type="pres">
      <dgm:prSet presAssocID="{28BD4EAC-2C88-4A07-8ECB-A80191A5D00B}" presName="spaceRect" presStyleCnt="0"/>
      <dgm:spPr/>
    </dgm:pt>
    <dgm:pt modelId="{2F98FE11-FE76-4795-A63A-5B78226F889C}" type="pres">
      <dgm:prSet presAssocID="{28BD4EAC-2C88-4A07-8ECB-A80191A5D00B}" presName="parTx" presStyleLbl="revTx" presStyleIdx="3" presStyleCnt="7">
        <dgm:presLayoutVars>
          <dgm:chMax val="0"/>
          <dgm:chPref val="0"/>
        </dgm:presLayoutVars>
      </dgm:prSet>
      <dgm:spPr/>
    </dgm:pt>
    <dgm:pt modelId="{A52B367E-8A19-4075-BB74-B33D18885B82}" type="pres">
      <dgm:prSet presAssocID="{50E34ACB-A2B8-4E6B-9269-6A568C7FC349}" presName="sibTrans" presStyleCnt="0"/>
      <dgm:spPr/>
    </dgm:pt>
    <dgm:pt modelId="{359C1FFD-114E-4544-8F61-A31773443C44}" type="pres">
      <dgm:prSet presAssocID="{5953C52A-10F6-42F5-ABF9-46BD0C61E9FB}" presName="compNode" presStyleCnt="0"/>
      <dgm:spPr/>
    </dgm:pt>
    <dgm:pt modelId="{A3C12756-8E80-4803-B984-BDD1E9A4E48B}" type="pres">
      <dgm:prSet presAssocID="{5953C52A-10F6-42F5-ABF9-46BD0C61E9FB}" presName="bgRect" presStyleLbl="bgShp" presStyleIdx="4" presStyleCnt="7"/>
      <dgm:spPr/>
    </dgm:pt>
    <dgm:pt modelId="{E201343A-DC1F-43AA-8097-5D0DE6B9FDB0}" type="pres">
      <dgm:prSet presAssocID="{5953C52A-10F6-42F5-ABF9-46BD0C61E9FB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rbuja de chat con relleno sólido"/>
        </a:ext>
      </dgm:extLst>
    </dgm:pt>
    <dgm:pt modelId="{2AFBC81C-3C65-4BD5-B3D4-6237B44FC707}" type="pres">
      <dgm:prSet presAssocID="{5953C52A-10F6-42F5-ABF9-46BD0C61E9FB}" presName="spaceRect" presStyleCnt="0"/>
      <dgm:spPr/>
    </dgm:pt>
    <dgm:pt modelId="{9A800D34-7A6A-4D06-841B-F9E6DE81A5C2}" type="pres">
      <dgm:prSet presAssocID="{5953C52A-10F6-42F5-ABF9-46BD0C61E9FB}" presName="parTx" presStyleLbl="revTx" presStyleIdx="4" presStyleCnt="7">
        <dgm:presLayoutVars>
          <dgm:chMax val="0"/>
          <dgm:chPref val="0"/>
        </dgm:presLayoutVars>
      </dgm:prSet>
      <dgm:spPr/>
    </dgm:pt>
    <dgm:pt modelId="{FB9CF9E9-1954-4344-A6B6-520E82D8AB41}" type="pres">
      <dgm:prSet presAssocID="{F83A63D9-FF49-46BA-84D3-DB955DFFF05D}" presName="sibTrans" presStyleCnt="0"/>
      <dgm:spPr/>
    </dgm:pt>
    <dgm:pt modelId="{5426A3C2-CC64-4370-901C-8EDDFBF4BE52}" type="pres">
      <dgm:prSet presAssocID="{A7843ECB-B887-4297-91FD-812970E2648D}" presName="compNode" presStyleCnt="0"/>
      <dgm:spPr/>
    </dgm:pt>
    <dgm:pt modelId="{0F5CCF94-E5D6-4572-85C6-B28A15BA3479}" type="pres">
      <dgm:prSet presAssocID="{A7843ECB-B887-4297-91FD-812970E2648D}" presName="bgRect" presStyleLbl="bgShp" presStyleIdx="5" presStyleCnt="7"/>
      <dgm:spPr/>
    </dgm:pt>
    <dgm:pt modelId="{0D8D5057-FF07-414C-B28C-13F28BE6A3E6}" type="pres">
      <dgm:prSet presAssocID="{A7843ECB-B887-4297-91FD-812970E2648D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dvertencia"/>
        </a:ext>
      </dgm:extLst>
    </dgm:pt>
    <dgm:pt modelId="{773C74E1-728C-43E8-977A-4D31CAADB84D}" type="pres">
      <dgm:prSet presAssocID="{A7843ECB-B887-4297-91FD-812970E2648D}" presName="spaceRect" presStyleCnt="0"/>
      <dgm:spPr/>
    </dgm:pt>
    <dgm:pt modelId="{FFCE6332-2543-44BC-AC0F-2B15FC7B8738}" type="pres">
      <dgm:prSet presAssocID="{A7843ECB-B887-4297-91FD-812970E2648D}" presName="parTx" presStyleLbl="revTx" presStyleIdx="5" presStyleCnt="7">
        <dgm:presLayoutVars>
          <dgm:chMax val="0"/>
          <dgm:chPref val="0"/>
        </dgm:presLayoutVars>
      </dgm:prSet>
      <dgm:spPr/>
    </dgm:pt>
    <dgm:pt modelId="{ED39A5F9-1D0D-4A81-8F28-9703E5F6BB74}" type="pres">
      <dgm:prSet presAssocID="{DE50C0FD-8F70-4F20-A9F4-D7CFC8002D4E}" presName="sibTrans" presStyleCnt="0"/>
      <dgm:spPr/>
    </dgm:pt>
    <dgm:pt modelId="{7CCF8EA1-61BE-4740-A470-E0035430C9E6}" type="pres">
      <dgm:prSet presAssocID="{775DD8FC-9559-44EE-8B9D-6C750839727D}" presName="compNode" presStyleCnt="0"/>
      <dgm:spPr/>
    </dgm:pt>
    <dgm:pt modelId="{36886176-507F-454A-8B21-3D96501F98E4}" type="pres">
      <dgm:prSet presAssocID="{775DD8FC-9559-44EE-8B9D-6C750839727D}" presName="bgRect" presStyleLbl="bgShp" presStyleIdx="6" presStyleCnt="7"/>
      <dgm:spPr/>
    </dgm:pt>
    <dgm:pt modelId="{F2709746-1F03-4F39-ABF0-A6D0AE7B9A71}" type="pres">
      <dgm:prSet presAssocID="{775DD8FC-9559-44EE-8B9D-6C750839727D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pretón de manos"/>
        </a:ext>
      </dgm:extLst>
    </dgm:pt>
    <dgm:pt modelId="{809E3A11-92C3-443D-8F1E-3FC3FD46DB37}" type="pres">
      <dgm:prSet presAssocID="{775DD8FC-9559-44EE-8B9D-6C750839727D}" presName="spaceRect" presStyleCnt="0"/>
      <dgm:spPr/>
    </dgm:pt>
    <dgm:pt modelId="{2E45B734-38F8-4708-8722-F29269AD5A10}" type="pres">
      <dgm:prSet presAssocID="{775DD8FC-9559-44EE-8B9D-6C750839727D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3E75FC0A-E1DD-4EBA-BE9F-2A6940023559}" type="presOf" srcId="{5F78F51C-F6DC-4B48-A16F-993B10BA8D00}" destId="{29E185E6-29C5-4D2B-ACCE-357B9FA31E2F}" srcOrd="0" destOrd="0" presId="urn:microsoft.com/office/officeart/2018/2/layout/IconVerticalSolidList"/>
    <dgm:cxn modelId="{D77C0F2A-3F83-4791-8E5D-9353D05DBC7A}" srcId="{7513886F-3B9C-4215-91B2-4F440B319954}" destId="{5F78F51C-F6DC-4B48-A16F-993B10BA8D00}" srcOrd="2" destOrd="0" parTransId="{15BF166A-4302-4AEC-A567-097A7562A7F2}" sibTransId="{11F13A3D-D9F3-46C3-A86A-92D8F53D6FCC}"/>
    <dgm:cxn modelId="{82B6965F-A29C-453A-8113-EF56C424E9F7}" type="presOf" srcId="{83AEA0DD-2EEA-4CF0-9F16-0D565ECDA3D6}" destId="{1028278B-46C1-479D-9B97-EE847D96C223}" srcOrd="0" destOrd="0" presId="urn:microsoft.com/office/officeart/2018/2/layout/IconVerticalSolidList"/>
    <dgm:cxn modelId="{1C763C6B-0FBE-4016-A252-88ADA92A5353}" srcId="{7513886F-3B9C-4215-91B2-4F440B319954}" destId="{68817179-13ED-4632-B125-90C52C7EAB89}" srcOrd="1" destOrd="0" parTransId="{80E3BB1A-19C0-4DC6-9E97-8E92D978CDD0}" sibTransId="{30BDB816-00B9-46B5-9D6E-FB42A1858034}"/>
    <dgm:cxn modelId="{D6E0E097-97A9-4988-A6FA-3B4AD81EEF15}" type="presOf" srcId="{7513886F-3B9C-4215-91B2-4F440B319954}" destId="{1044C646-2E13-4A7B-B166-9A01B2ABC61D}" srcOrd="0" destOrd="0" presId="urn:microsoft.com/office/officeart/2018/2/layout/IconVerticalSolidList"/>
    <dgm:cxn modelId="{10D18AAA-863C-479D-9E16-50D4AA7C91AD}" srcId="{7513886F-3B9C-4215-91B2-4F440B319954}" destId="{5953C52A-10F6-42F5-ABF9-46BD0C61E9FB}" srcOrd="4" destOrd="0" parTransId="{7F9B2394-5113-4597-A94B-3FC3B1BA0D85}" sibTransId="{F83A63D9-FF49-46BA-84D3-DB955DFFF05D}"/>
    <dgm:cxn modelId="{8746B5B2-FBF5-4432-8B59-9A69DDB91A14}" srcId="{7513886F-3B9C-4215-91B2-4F440B319954}" destId="{775DD8FC-9559-44EE-8B9D-6C750839727D}" srcOrd="6" destOrd="0" parTransId="{0FC6088F-E5AB-43CE-B5F3-13F0B1D1B186}" sibTransId="{E3DFFDCF-BC5A-44FC-A428-70678D7F1A7D}"/>
    <dgm:cxn modelId="{B872F4CB-58EC-4515-B58D-F577523A5DD6}" type="presOf" srcId="{775DD8FC-9559-44EE-8B9D-6C750839727D}" destId="{2E45B734-38F8-4708-8722-F29269AD5A10}" srcOrd="0" destOrd="0" presId="urn:microsoft.com/office/officeart/2018/2/layout/IconVerticalSolidList"/>
    <dgm:cxn modelId="{944B9BD6-306C-4E10-8A36-753FE40E735A}" srcId="{7513886F-3B9C-4215-91B2-4F440B319954}" destId="{A7843ECB-B887-4297-91FD-812970E2648D}" srcOrd="5" destOrd="0" parTransId="{CEDA6E1B-C31E-4816-9416-01A591896F66}" sibTransId="{DE50C0FD-8F70-4F20-A9F4-D7CFC8002D4E}"/>
    <dgm:cxn modelId="{2AB583E1-EFA1-4E38-AD9D-DC34359CE22D}" srcId="{7513886F-3B9C-4215-91B2-4F440B319954}" destId="{28BD4EAC-2C88-4A07-8ECB-A80191A5D00B}" srcOrd="3" destOrd="0" parTransId="{85468CE2-FBC6-4114-BD0C-C2E341B8DE2A}" sibTransId="{50E34ACB-A2B8-4E6B-9269-6A568C7FC349}"/>
    <dgm:cxn modelId="{F749A2E7-9AE8-48E6-9D33-3886FE30A984}" type="presOf" srcId="{A7843ECB-B887-4297-91FD-812970E2648D}" destId="{FFCE6332-2543-44BC-AC0F-2B15FC7B8738}" srcOrd="0" destOrd="0" presId="urn:microsoft.com/office/officeart/2018/2/layout/IconVerticalSolidList"/>
    <dgm:cxn modelId="{81F6C2E8-49F8-4ECC-A947-9F30909AA8B0}" type="presOf" srcId="{68817179-13ED-4632-B125-90C52C7EAB89}" destId="{1F3F184F-60C8-4650-AA9A-D55E02F7DFA7}" srcOrd="0" destOrd="0" presId="urn:microsoft.com/office/officeart/2018/2/layout/IconVerticalSolidList"/>
    <dgm:cxn modelId="{112ADFF6-6C87-441F-87BF-EE6BD9C0996A}" srcId="{7513886F-3B9C-4215-91B2-4F440B319954}" destId="{83AEA0DD-2EEA-4CF0-9F16-0D565ECDA3D6}" srcOrd="0" destOrd="0" parTransId="{A8A68959-8AD9-4922-9F47-68FA73CBF63D}" sibTransId="{F08832E6-0C60-43F3-9D54-379E0BFB920F}"/>
    <dgm:cxn modelId="{27175DFB-6C36-46F6-AFD9-524ED1F7CC94}" type="presOf" srcId="{5953C52A-10F6-42F5-ABF9-46BD0C61E9FB}" destId="{9A800D34-7A6A-4D06-841B-F9E6DE81A5C2}" srcOrd="0" destOrd="0" presId="urn:microsoft.com/office/officeart/2018/2/layout/IconVerticalSolidList"/>
    <dgm:cxn modelId="{867D8EFF-5BF1-41B5-B424-215B985EF4B8}" type="presOf" srcId="{28BD4EAC-2C88-4A07-8ECB-A80191A5D00B}" destId="{2F98FE11-FE76-4795-A63A-5B78226F889C}" srcOrd="0" destOrd="0" presId="urn:microsoft.com/office/officeart/2018/2/layout/IconVerticalSolidList"/>
    <dgm:cxn modelId="{28866FC0-3F56-457C-8EDC-BAEE38F64125}" type="presParOf" srcId="{1044C646-2E13-4A7B-B166-9A01B2ABC61D}" destId="{B2BC6769-B44B-4F77-89F5-D578A4B0E76F}" srcOrd="0" destOrd="0" presId="urn:microsoft.com/office/officeart/2018/2/layout/IconVerticalSolidList"/>
    <dgm:cxn modelId="{E4EB7C1B-9C33-4C1A-B8D6-766375B6573E}" type="presParOf" srcId="{B2BC6769-B44B-4F77-89F5-D578A4B0E76F}" destId="{BD6AB1B3-37A7-4A4D-8558-68508202DB8D}" srcOrd="0" destOrd="0" presId="urn:microsoft.com/office/officeart/2018/2/layout/IconVerticalSolidList"/>
    <dgm:cxn modelId="{0CA76749-8D40-4778-9E08-1F73D7DF25D0}" type="presParOf" srcId="{B2BC6769-B44B-4F77-89F5-D578A4B0E76F}" destId="{A9AB36DE-FC74-4ABF-82FE-3FC504F4FD1D}" srcOrd="1" destOrd="0" presId="urn:microsoft.com/office/officeart/2018/2/layout/IconVerticalSolidList"/>
    <dgm:cxn modelId="{7BC02643-3BC0-4C90-8BCE-21662F0FF03E}" type="presParOf" srcId="{B2BC6769-B44B-4F77-89F5-D578A4B0E76F}" destId="{012BB746-97AA-45FF-85FE-AB98CA2FD115}" srcOrd="2" destOrd="0" presId="urn:microsoft.com/office/officeart/2018/2/layout/IconVerticalSolidList"/>
    <dgm:cxn modelId="{56FDA507-9438-41D9-857B-96181990775C}" type="presParOf" srcId="{B2BC6769-B44B-4F77-89F5-D578A4B0E76F}" destId="{1028278B-46C1-479D-9B97-EE847D96C223}" srcOrd="3" destOrd="0" presId="urn:microsoft.com/office/officeart/2018/2/layout/IconVerticalSolidList"/>
    <dgm:cxn modelId="{0F28E56C-CED5-4117-B638-324B9CFD9001}" type="presParOf" srcId="{1044C646-2E13-4A7B-B166-9A01B2ABC61D}" destId="{F6BC8A5D-991C-4629-9304-1B853C06C53C}" srcOrd="1" destOrd="0" presId="urn:microsoft.com/office/officeart/2018/2/layout/IconVerticalSolidList"/>
    <dgm:cxn modelId="{143B7933-D406-45F9-A39E-9F6441EFD905}" type="presParOf" srcId="{1044C646-2E13-4A7B-B166-9A01B2ABC61D}" destId="{C4901B78-28FA-4110-9106-619265D5CDAD}" srcOrd="2" destOrd="0" presId="urn:microsoft.com/office/officeart/2018/2/layout/IconVerticalSolidList"/>
    <dgm:cxn modelId="{12AC348F-7A62-429F-A15B-BE80D7557163}" type="presParOf" srcId="{C4901B78-28FA-4110-9106-619265D5CDAD}" destId="{06337B6F-54FE-47B8-9407-E21DC8C73260}" srcOrd="0" destOrd="0" presId="urn:microsoft.com/office/officeart/2018/2/layout/IconVerticalSolidList"/>
    <dgm:cxn modelId="{E3145988-C4B2-49BE-B1E0-2AE9751DB024}" type="presParOf" srcId="{C4901B78-28FA-4110-9106-619265D5CDAD}" destId="{9CA34A9E-A41A-4E6A-9498-F0CD31E3E0C6}" srcOrd="1" destOrd="0" presId="urn:microsoft.com/office/officeart/2018/2/layout/IconVerticalSolidList"/>
    <dgm:cxn modelId="{938FFD98-3332-40B3-95CC-6F7619F706E4}" type="presParOf" srcId="{C4901B78-28FA-4110-9106-619265D5CDAD}" destId="{3F7D6548-9504-41AB-84C1-8D3AC17C23A6}" srcOrd="2" destOrd="0" presId="urn:microsoft.com/office/officeart/2018/2/layout/IconVerticalSolidList"/>
    <dgm:cxn modelId="{2CE00973-D924-4936-A45D-34523BC7B43C}" type="presParOf" srcId="{C4901B78-28FA-4110-9106-619265D5CDAD}" destId="{1F3F184F-60C8-4650-AA9A-D55E02F7DFA7}" srcOrd="3" destOrd="0" presId="urn:microsoft.com/office/officeart/2018/2/layout/IconVerticalSolidList"/>
    <dgm:cxn modelId="{95930D82-4646-4A65-BF14-3108DC106666}" type="presParOf" srcId="{1044C646-2E13-4A7B-B166-9A01B2ABC61D}" destId="{BCE138A1-21C0-4509-AF29-532ABC58F445}" srcOrd="3" destOrd="0" presId="urn:microsoft.com/office/officeart/2018/2/layout/IconVerticalSolidList"/>
    <dgm:cxn modelId="{0C8675D3-2F22-49A7-9446-CDFF0D3C5CA7}" type="presParOf" srcId="{1044C646-2E13-4A7B-B166-9A01B2ABC61D}" destId="{D4756A79-5B6B-4751-A223-02EB52E3E132}" srcOrd="4" destOrd="0" presId="urn:microsoft.com/office/officeart/2018/2/layout/IconVerticalSolidList"/>
    <dgm:cxn modelId="{80A83FB5-AED7-4625-B5CD-FECB6FE0CB46}" type="presParOf" srcId="{D4756A79-5B6B-4751-A223-02EB52E3E132}" destId="{308F6107-F3FC-47D2-A3EF-EDBF1CDCD61C}" srcOrd="0" destOrd="0" presId="urn:microsoft.com/office/officeart/2018/2/layout/IconVerticalSolidList"/>
    <dgm:cxn modelId="{960AC3CE-749F-4744-9B5C-E99A33F9B96F}" type="presParOf" srcId="{D4756A79-5B6B-4751-A223-02EB52E3E132}" destId="{1FD2B28F-9CB9-4F26-AA32-032673102C14}" srcOrd="1" destOrd="0" presId="urn:microsoft.com/office/officeart/2018/2/layout/IconVerticalSolidList"/>
    <dgm:cxn modelId="{6A9821FD-FE9D-41C3-9E9C-9794FE851E25}" type="presParOf" srcId="{D4756A79-5B6B-4751-A223-02EB52E3E132}" destId="{8AB6C88F-7C3A-42B8-BFE1-0579AB6A6C67}" srcOrd="2" destOrd="0" presId="urn:microsoft.com/office/officeart/2018/2/layout/IconVerticalSolidList"/>
    <dgm:cxn modelId="{254CC944-C9A5-4C13-94F9-962C22DB8642}" type="presParOf" srcId="{D4756A79-5B6B-4751-A223-02EB52E3E132}" destId="{29E185E6-29C5-4D2B-ACCE-357B9FA31E2F}" srcOrd="3" destOrd="0" presId="urn:microsoft.com/office/officeart/2018/2/layout/IconVerticalSolidList"/>
    <dgm:cxn modelId="{F25E044B-A0DE-4348-98CE-39F2B0B40A23}" type="presParOf" srcId="{1044C646-2E13-4A7B-B166-9A01B2ABC61D}" destId="{660DDE1A-128F-4F2B-846B-4E73860EBE18}" srcOrd="5" destOrd="0" presId="urn:microsoft.com/office/officeart/2018/2/layout/IconVerticalSolidList"/>
    <dgm:cxn modelId="{1D6F8444-11F0-4A7E-8954-78B7A5EC38E7}" type="presParOf" srcId="{1044C646-2E13-4A7B-B166-9A01B2ABC61D}" destId="{BFEBB580-164B-418E-AF13-6C093B414723}" srcOrd="6" destOrd="0" presId="urn:microsoft.com/office/officeart/2018/2/layout/IconVerticalSolidList"/>
    <dgm:cxn modelId="{C74F94EE-71B6-4A20-87EA-068C8CD5EA6E}" type="presParOf" srcId="{BFEBB580-164B-418E-AF13-6C093B414723}" destId="{790B083E-CA01-4979-ABB5-6E606F2BA895}" srcOrd="0" destOrd="0" presId="urn:microsoft.com/office/officeart/2018/2/layout/IconVerticalSolidList"/>
    <dgm:cxn modelId="{854F1464-D3EB-444E-85EA-B45A18E93CCC}" type="presParOf" srcId="{BFEBB580-164B-418E-AF13-6C093B414723}" destId="{28A05D4D-4170-4A2E-A15A-FA6025C6A3AC}" srcOrd="1" destOrd="0" presId="urn:microsoft.com/office/officeart/2018/2/layout/IconVerticalSolidList"/>
    <dgm:cxn modelId="{07EAAC4F-E579-4805-B19D-FE11F0708B77}" type="presParOf" srcId="{BFEBB580-164B-418E-AF13-6C093B414723}" destId="{C0EAD7AF-7B46-4FB9-88F8-9D738273865B}" srcOrd="2" destOrd="0" presId="urn:microsoft.com/office/officeart/2018/2/layout/IconVerticalSolidList"/>
    <dgm:cxn modelId="{80D20BC9-9528-4FCF-B5DA-E16CC3FFA059}" type="presParOf" srcId="{BFEBB580-164B-418E-AF13-6C093B414723}" destId="{2F98FE11-FE76-4795-A63A-5B78226F889C}" srcOrd="3" destOrd="0" presId="urn:microsoft.com/office/officeart/2018/2/layout/IconVerticalSolidList"/>
    <dgm:cxn modelId="{FF5BC5E2-4112-4FE2-9B26-95665A8B6F99}" type="presParOf" srcId="{1044C646-2E13-4A7B-B166-9A01B2ABC61D}" destId="{A52B367E-8A19-4075-BB74-B33D18885B82}" srcOrd="7" destOrd="0" presId="urn:microsoft.com/office/officeart/2018/2/layout/IconVerticalSolidList"/>
    <dgm:cxn modelId="{1C79ADE8-FF6B-43D9-8393-06C9740F12CD}" type="presParOf" srcId="{1044C646-2E13-4A7B-B166-9A01B2ABC61D}" destId="{359C1FFD-114E-4544-8F61-A31773443C44}" srcOrd="8" destOrd="0" presId="urn:microsoft.com/office/officeart/2018/2/layout/IconVerticalSolidList"/>
    <dgm:cxn modelId="{8AC52376-9924-4D2D-80E0-3885CE5714F9}" type="presParOf" srcId="{359C1FFD-114E-4544-8F61-A31773443C44}" destId="{A3C12756-8E80-4803-B984-BDD1E9A4E48B}" srcOrd="0" destOrd="0" presId="urn:microsoft.com/office/officeart/2018/2/layout/IconVerticalSolidList"/>
    <dgm:cxn modelId="{A3E652CC-376F-4D2B-B924-B6E41E30352B}" type="presParOf" srcId="{359C1FFD-114E-4544-8F61-A31773443C44}" destId="{E201343A-DC1F-43AA-8097-5D0DE6B9FDB0}" srcOrd="1" destOrd="0" presId="urn:microsoft.com/office/officeart/2018/2/layout/IconVerticalSolidList"/>
    <dgm:cxn modelId="{33FEE2B7-2D9E-43B6-B7F0-CA1EE7F1530C}" type="presParOf" srcId="{359C1FFD-114E-4544-8F61-A31773443C44}" destId="{2AFBC81C-3C65-4BD5-B3D4-6237B44FC707}" srcOrd="2" destOrd="0" presId="urn:microsoft.com/office/officeart/2018/2/layout/IconVerticalSolidList"/>
    <dgm:cxn modelId="{726C537A-E919-4421-B436-742EAA505768}" type="presParOf" srcId="{359C1FFD-114E-4544-8F61-A31773443C44}" destId="{9A800D34-7A6A-4D06-841B-F9E6DE81A5C2}" srcOrd="3" destOrd="0" presId="urn:microsoft.com/office/officeart/2018/2/layout/IconVerticalSolidList"/>
    <dgm:cxn modelId="{129E4B61-AC20-4C1B-B32C-0ABE796D5A7A}" type="presParOf" srcId="{1044C646-2E13-4A7B-B166-9A01B2ABC61D}" destId="{FB9CF9E9-1954-4344-A6B6-520E82D8AB41}" srcOrd="9" destOrd="0" presId="urn:microsoft.com/office/officeart/2018/2/layout/IconVerticalSolidList"/>
    <dgm:cxn modelId="{29DF437D-BBC4-4C34-A090-D93DFDED6C0E}" type="presParOf" srcId="{1044C646-2E13-4A7B-B166-9A01B2ABC61D}" destId="{5426A3C2-CC64-4370-901C-8EDDFBF4BE52}" srcOrd="10" destOrd="0" presId="urn:microsoft.com/office/officeart/2018/2/layout/IconVerticalSolidList"/>
    <dgm:cxn modelId="{0D5DA435-78AB-487B-98DB-763C8E28488F}" type="presParOf" srcId="{5426A3C2-CC64-4370-901C-8EDDFBF4BE52}" destId="{0F5CCF94-E5D6-4572-85C6-B28A15BA3479}" srcOrd="0" destOrd="0" presId="urn:microsoft.com/office/officeart/2018/2/layout/IconVerticalSolidList"/>
    <dgm:cxn modelId="{BFE48A1D-68DC-4A75-9AE5-D885E511A5B9}" type="presParOf" srcId="{5426A3C2-CC64-4370-901C-8EDDFBF4BE52}" destId="{0D8D5057-FF07-414C-B28C-13F28BE6A3E6}" srcOrd="1" destOrd="0" presId="urn:microsoft.com/office/officeart/2018/2/layout/IconVerticalSolidList"/>
    <dgm:cxn modelId="{2C58B6F0-E6CF-4530-8DA0-D8BE8F75BB56}" type="presParOf" srcId="{5426A3C2-CC64-4370-901C-8EDDFBF4BE52}" destId="{773C74E1-728C-43E8-977A-4D31CAADB84D}" srcOrd="2" destOrd="0" presId="urn:microsoft.com/office/officeart/2018/2/layout/IconVerticalSolidList"/>
    <dgm:cxn modelId="{CBAA1214-9122-43B4-9425-D89A32E4972F}" type="presParOf" srcId="{5426A3C2-CC64-4370-901C-8EDDFBF4BE52}" destId="{FFCE6332-2543-44BC-AC0F-2B15FC7B8738}" srcOrd="3" destOrd="0" presId="urn:microsoft.com/office/officeart/2018/2/layout/IconVerticalSolidList"/>
    <dgm:cxn modelId="{C74E79E9-781E-421B-8675-3A547343AE83}" type="presParOf" srcId="{1044C646-2E13-4A7B-B166-9A01B2ABC61D}" destId="{ED39A5F9-1D0D-4A81-8F28-9703E5F6BB74}" srcOrd="11" destOrd="0" presId="urn:microsoft.com/office/officeart/2018/2/layout/IconVerticalSolidList"/>
    <dgm:cxn modelId="{516B0116-D958-406A-A551-C669D1BCA876}" type="presParOf" srcId="{1044C646-2E13-4A7B-B166-9A01B2ABC61D}" destId="{7CCF8EA1-61BE-4740-A470-E0035430C9E6}" srcOrd="12" destOrd="0" presId="urn:microsoft.com/office/officeart/2018/2/layout/IconVerticalSolidList"/>
    <dgm:cxn modelId="{9EDADBB4-BBE9-4C31-93DB-F87B5B074B77}" type="presParOf" srcId="{7CCF8EA1-61BE-4740-A470-E0035430C9E6}" destId="{36886176-507F-454A-8B21-3D96501F98E4}" srcOrd="0" destOrd="0" presId="urn:microsoft.com/office/officeart/2018/2/layout/IconVerticalSolidList"/>
    <dgm:cxn modelId="{9AB6EA8B-5C3F-49FA-B1BB-5144569B4E7D}" type="presParOf" srcId="{7CCF8EA1-61BE-4740-A470-E0035430C9E6}" destId="{F2709746-1F03-4F39-ABF0-A6D0AE7B9A71}" srcOrd="1" destOrd="0" presId="urn:microsoft.com/office/officeart/2018/2/layout/IconVerticalSolidList"/>
    <dgm:cxn modelId="{33DC0BDF-DEDB-436E-BA80-BB0BA78066ED}" type="presParOf" srcId="{7CCF8EA1-61BE-4740-A470-E0035430C9E6}" destId="{809E3A11-92C3-443D-8F1E-3FC3FD46DB37}" srcOrd="2" destOrd="0" presId="urn:microsoft.com/office/officeart/2018/2/layout/IconVerticalSolidList"/>
    <dgm:cxn modelId="{99050231-360D-4B4D-8AD0-9668AFEAB431}" type="presParOf" srcId="{7CCF8EA1-61BE-4740-A470-E0035430C9E6}" destId="{2E45B734-38F8-4708-8722-F29269AD5A10}" srcOrd="3" destOrd="0" presId="urn:microsoft.com/office/officeart/2018/2/layout/IconVerticalSolidList"/>
  </dgm:cxnLst>
  <dgm:bg>
    <a:effectLst>
      <a:softEdge rad="127000"/>
    </a:effectLst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840B56-0C5B-4641-B75F-3AC0B289415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s-PE"/>
        </a:p>
      </dgm:t>
    </dgm:pt>
    <dgm:pt modelId="{B060FC97-45E7-466F-9D13-B6091353302D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s-MX" dirty="0">
              <a:solidFill>
                <a:srgbClr val="0070C0"/>
              </a:solidFill>
            </a:rPr>
            <a:t>Cumplimiento de actividades</a:t>
          </a:r>
          <a:endParaRPr lang="es-PE" dirty="0">
            <a:solidFill>
              <a:srgbClr val="0070C0"/>
            </a:solidFill>
          </a:endParaRPr>
        </a:p>
      </dgm:t>
    </dgm:pt>
    <dgm:pt modelId="{6D3E2B86-8EC4-4ACD-953E-909CCBE63E83}" type="parTrans" cxnId="{C0099540-3ACE-4F72-B40C-9C8709C62897}">
      <dgm:prSet/>
      <dgm:spPr/>
      <dgm:t>
        <a:bodyPr/>
        <a:lstStyle/>
        <a:p>
          <a:endParaRPr lang="es-PE">
            <a:solidFill>
              <a:schemeClr val="bg1"/>
            </a:solidFill>
          </a:endParaRPr>
        </a:p>
      </dgm:t>
    </dgm:pt>
    <dgm:pt modelId="{F1A281DB-E2D5-476F-800B-46B086B865B8}" type="sibTrans" cxnId="{C0099540-3ACE-4F72-B40C-9C8709C62897}">
      <dgm:prSet/>
      <dgm:spPr/>
      <dgm:t>
        <a:bodyPr/>
        <a:lstStyle/>
        <a:p>
          <a:endParaRPr lang="es-PE">
            <a:solidFill>
              <a:schemeClr val="bg1"/>
            </a:solidFill>
          </a:endParaRPr>
        </a:p>
      </dgm:t>
    </dgm:pt>
    <dgm:pt modelId="{0877306E-B21C-4D5A-B2A2-845191145746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s-MX" dirty="0">
              <a:solidFill>
                <a:srgbClr val="0070C0"/>
              </a:solidFill>
            </a:rPr>
            <a:t>Colaboración y comunicación oportuna</a:t>
          </a:r>
          <a:endParaRPr lang="es-PE" dirty="0">
            <a:solidFill>
              <a:srgbClr val="0070C0"/>
            </a:solidFill>
          </a:endParaRPr>
        </a:p>
      </dgm:t>
    </dgm:pt>
    <dgm:pt modelId="{25174A6D-66F0-4D49-A52A-2BEDCC64C090}" type="parTrans" cxnId="{C420D641-A5F7-46EE-8960-4A65CAFD11A3}">
      <dgm:prSet/>
      <dgm:spPr/>
      <dgm:t>
        <a:bodyPr/>
        <a:lstStyle/>
        <a:p>
          <a:endParaRPr lang="es-PE">
            <a:solidFill>
              <a:schemeClr val="bg1"/>
            </a:solidFill>
          </a:endParaRPr>
        </a:p>
      </dgm:t>
    </dgm:pt>
    <dgm:pt modelId="{CF961A8E-CCFB-4A07-9611-B77F7E186E4C}" type="sibTrans" cxnId="{C420D641-A5F7-46EE-8960-4A65CAFD11A3}">
      <dgm:prSet/>
      <dgm:spPr/>
      <dgm:t>
        <a:bodyPr/>
        <a:lstStyle/>
        <a:p>
          <a:endParaRPr lang="es-PE">
            <a:solidFill>
              <a:schemeClr val="bg1"/>
            </a:solidFill>
          </a:endParaRPr>
        </a:p>
      </dgm:t>
    </dgm:pt>
    <dgm:pt modelId="{72FA8AEB-667B-4EDF-B737-2B8A664C9940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s-MX" dirty="0">
              <a:solidFill>
                <a:srgbClr val="0070C0"/>
              </a:solidFill>
            </a:rPr>
            <a:t>Calidad en entregables</a:t>
          </a:r>
          <a:endParaRPr lang="es-PE" dirty="0">
            <a:solidFill>
              <a:srgbClr val="0070C0"/>
            </a:solidFill>
          </a:endParaRPr>
        </a:p>
      </dgm:t>
    </dgm:pt>
    <dgm:pt modelId="{528B555D-6116-4404-8CCD-38966DF92E58}" type="parTrans" cxnId="{F747009B-513C-43A8-9399-EF36F6D02292}">
      <dgm:prSet/>
      <dgm:spPr/>
      <dgm:t>
        <a:bodyPr/>
        <a:lstStyle/>
        <a:p>
          <a:endParaRPr lang="es-PE">
            <a:solidFill>
              <a:schemeClr val="bg1"/>
            </a:solidFill>
          </a:endParaRPr>
        </a:p>
      </dgm:t>
    </dgm:pt>
    <dgm:pt modelId="{14895703-7A8A-4981-B2B2-18D408BE9ED7}" type="sibTrans" cxnId="{F747009B-513C-43A8-9399-EF36F6D02292}">
      <dgm:prSet/>
      <dgm:spPr/>
      <dgm:t>
        <a:bodyPr/>
        <a:lstStyle/>
        <a:p>
          <a:endParaRPr lang="es-PE">
            <a:solidFill>
              <a:schemeClr val="bg1"/>
            </a:solidFill>
          </a:endParaRPr>
        </a:p>
      </dgm:t>
    </dgm:pt>
    <dgm:pt modelId="{D365B921-08BB-475D-B947-13CB1D56AB5D}" type="pres">
      <dgm:prSet presAssocID="{0D840B56-0C5B-4641-B75F-3AC0B2894155}" presName="root" presStyleCnt="0">
        <dgm:presLayoutVars>
          <dgm:dir/>
          <dgm:resizeHandles val="exact"/>
        </dgm:presLayoutVars>
      </dgm:prSet>
      <dgm:spPr/>
    </dgm:pt>
    <dgm:pt modelId="{BC117DF8-5444-40B4-A789-0B31302AD994}" type="pres">
      <dgm:prSet presAssocID="{B060FC97-45E7-466F-9D13-B6091353302D}" presName="compNode" presStyleCnt="0"/>
      <dgm:spPr/>
    </dgm:pt>
    <dgm:pt modelId="{5723065F-0518-4806-A7C2-06EB94287DA5}" type="pres">
      <dgm:prSet presAssocID="{B060FC97-45E7-466F-9D13-B6091353302D}" presName="bgRect" presStyleLbl="bgShp" presStyleIdx="0" presStyleCnt="3"/>
      <dgm:spPr/>
    </dgm:pt>
    <dgm:pt modelId="{2DEE87E2-58B4-4207-B4D8-6B515B7BBD1F}" type="pres">
      <dgm:prSet presAssocID="{B060FC97-45E7-466F-9D13-B6091353302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945E081C-E629-4533-B5DD-138BA8C2251C}" type="pres">
      <dgm:prSet presAssocID="{B060FC97-45E7-466F-9D13-B6091353302D}" presName="spaceRect" presStyleCnt="0"/>
      <dgm:spPr/>
    </dgm:pt>
    <dgm:pt modelId="{267253C3-0000-4AFE-8D21-EE6EC79BC73B}" type="pres">
      <dgm:prSet presAssocID="{B060FC97-45E7-466F-9D13-B6091353302D}" presName="parTx" presStyleLbl="revTx" presStyleIdx="0" presStyleCnt="3">
        <dgm:presLayoutVars>
          <dgm:chMax val="0"/>
          <dgm:chPref val="0"/>
        </dgm:presLayoutVars>
      </dgm:prSet>
      <dgm:spPr/>
    </dgm:pt>
    <dgm:pt modelId="{959DFB9E-7C45-41A1-9C44-BED588243F32}" type="pres">
      <dgm:prSet presAssocID="{F1A281DB-E2D5-476F-800B-46B086B865B8}" presName="sibTrans" presStyleCnt="0"/>
      <dgm:spPr/>
    </dgm:pt>
    <dgm:pt modelId="{C26A207E-60C0-4FB3-9BBD-76E6719AF2A6}" type="pres">
      <dgm:prSet presAssocID="{0877306E-B21C-4D5A-B2A2-845191145746}" presName="compNode" presStyleCnt="0"/>
      <dgm:spPr/>
    </dgm:pt>
    <dgm:pt modelId="{DEC4B243-D1B8-43E3-ACA4-0D23B89B2AB4}" type="pres">
      <dgm:prSet presAssocID="{0877306E-B21C-4D5A-B2A2-845191145746}" presName="bgRect" presStyleLbl="bgShp" presStyleIdx="1" presStyleCnt="3"/>
      <dgm:spPr/>
    </dgm:pt>
    <dgm:pt modelId="{A4D726CF-16D7-4B84-B917-4F1BB1385451}" type="pres">
      <dgm:prSet presAssocID="{0877306E-B21C-4D5A-B2A2-84519114574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eo"/>
        </a:ext>
      </dgm:extLst>
    </dgm:pt>
    <dgm:pt modelId="{2D16AD24-F75F-4FD3-91D7-90A5A7E4F556}" type="pres">
      <dgm:prSet presAssocID="{0877306E-B21C-4D5A-B2A2-845191145746}" presName="spaceRect" presStyleCnt="0"/>
      <dgm:spPr/>
    </dgm:pt>
    <dgm:pt modelId="{794FF4E3-BCF7-4FFF-BB77-2A4D15CC59B6}" type="pres">
      <dgm:prSet presAssocID="{0877306E-B21C-4D5A-B2A2-845191145746}" presName="parTx" presStyleLbl="revTx" presStyleIdx="1" presStyleCnt="3">
        <dgm:presLayoutVars>
          <dgm:chMax val="0"/>
          <dgm:chPref val="0"/>
        </dgm:presLayoutVars>
      </dgm:prSet>
      <dgm:spPr/>
    </dgm:pt>
    <dgm:pt modelId="{8CADE0C5-79D5-4EE3-B300-9D0664B552C5}" type="pres">
      <dgm:prSet presAssocID="{CF961A8E-CCFB-4A07-9611-B77F7E186E4C}" presName="sibTrans" presStyleCnt="0"/>
      <dgm:spPr/>
    </dgm:pt>
    <dgm:pt modelId="{32CB5831-1CDB-4857-A9AB-34EBE8050010}" type="pres">
      <dgm:prSet presAssocID="{72FA8AEB-667B-4EDF-B737-2B8A664C9940}" presName="compNode" presStyleCnt="0"/>
      <dgm:spPr/>
    </dgm:pt>
    <dgm:pt modelId="{4531033F-3124-4D07-9D93-353D3363A8B9}" type="pres">
      <dgm:prSet presAssocID="{72FA8AEB-667B-4EDF-B737-2B8A664C9940}" presName="bgRect" presStyleLbl="bgShp" presStyleIdx="2" presStyleCnt="3"/>
      <dgm:spPr/>
    </dgm:pt>
    <dgm:pt modelId="{B26D924C-0D90-4DA4-B301-7D707FEC0765}" type="pres">
      <dgm:prSet presAssocID="{72FA8AEB-667B-4EDF-B737-2B8A664C994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nta"/>
        </a:ext>
      </dgm:extLst>
    </dgm:pt>
    <dgm:pt modelId="{72A7D927-83A5-4BA8-B933-936DDBEE350E}" type="pres">
      <dgm:prSet presAssocID="{72FA8AEB-667B-4EDF-B737-2B8A664C9940}" presName="spaceRect" presStyleCnt="0"/>
      <dgm:spPr/>
    </dgm:pt>
    <dgm:pt modelId="{C3795497-3DC7-4041-9605-6D7EA058DA6D}" type="pres">
      <dgm:prSet presAssocID="{72FA8AEB-667B-4EDF-B737-2B8A664C994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4E8F608-C705-4B38-9D02-CEE75E952C88}" type="presOf" srcId="{0877306E-B21C-4D5A-B2A2-845191145746}" destId="{794FF4E3-BCF7-4FFF-BB77-2A4D15CC59B6}" srcOrd="0" destOrd="0" presId="urn:microsoft.com/office/officeart/2018/2/layout/IconVerticalSolidList"/>
    <dgm:cxn modelId="{8BE13337-009D-4746-8765-39A9E88CB017}" type="presOf" srcId="{72FA8AEB-667B-4EDF-B737-2B8A664C9940}" destId="{C3795497-3DC7-4041-9605-6D7EA058DA6D}" srcOrd="0" destOrd="0" presId="urn:microsoft.com/office/officeart/2018/2/layout/IconVerticalSolidList"/>
    <dgm:cxn modelId="{C0099540-3ACE-4F72-B40C-9C8709C62897}" srcId="{0D840B56-0C5B-4641-B75F-3AC0B2894155}" destId="{B060FC97-45E7-466F-9D13-B6091353302D}" srcOrd="0" destOrd="0" parTransId="{6D3E2B86-8EC4-4ACD-953E-909CCBE63E83}" sibTransId="{F1A281DB-E2D5-476F-800B-46B086B865B8}"/>
    <dgm:cxn modelId="{C420D641-A5F7-46EE-8960-4A65CAFD11A3}" srcId="{0D840B56-0C5B-4641-B75F-3AC0B2894155}" destId="{0877306E-B21C-4D5A-B2A2-845191145746}" srcOrd="1" destOrd="0" parTransId="{25174A6D-66F0-4D49-A52A-2BEDCC64C090}" sibTransId="{CF961A8E-CCFB-4A07-9611-B77F7E186E4C}"/>
    <dgm:cxn modelId="{84EA0E7F-27CD-4097-BD6D-26512987F380}" type="presOf" srcId="{B060FC97-45E7-466F-9D13-B6091353302D}" destId="{267253C3-0000-4AFE-8D21-EE6EC79BC73B}" srcOrd="0" destOrd="0" presId="urn:microsoft.com/office/officeart/2018/2/layout/IconVerticalSolidList"/>
    <dgm:cxn modelId="{F747009B-513C-43A8-9399-EF36F6D02292}" srcId="{0D840B56-0C5B-4641-B75F-3AC0B2894155}" destId="{72FA8AEB-667B-4EDF-B737-2B8A664C9940}" srcOrd="2" destOrd="0" parTransId="{528B555D-6116-4404-8CCD-38966DF92E58}" sibTransId="{14895703-7A8A-4981-B2B2-18D408BE9ED7}"/>
    <dgm:cxn modelId="{6A04E4D6-B6D7-49FE-BB1B-540E41B2F7C0}" type="presOf" srcId="{0D840B56-0C5B-4641-B75F-3AC0B2894155}" destId="{D365B921-08BB-475D-B947-13CB1D56AB5D}" srcOrd="0" destOrd="0" presId="urn:microsoft.com/office/officeart/2018/2/layout/IconVerticalSolidList"/>
    <dgm:cxn modelId="{72092F1A-8089-4851-B3EC-363C33A6A5CA}" type="presParOf" srcId="{D365B921-08BB-475D-B947-13CB1D56AB5D}" destId="{BC117DF8-5444-40B4-A789-0B31302AD994}" srcOrd="0" destOrd="0" presId="urn:microsoft.com/office/officeart/2018/2/layout/IconVerticalSolidList"/>
    <dgm:cxn modelId="{FC92AAE8-4158-433D-8E2B-87EFB663D695}" type="presParOf" srcId="{BC117DF8-5444-40B4-A789-0B31302AD994}" destId="{5723065F-0518-4806-A7C2-06EB94287DA5}" srcOrd="0" destOrd="0" presId="urn:microsoft.com/office/officeart/2018/2/layout/IconVerticalSolidList"/>
    <dgm:cxn modelId="{81757156-82EE-468B-B08F-FF3DF264DA26}" type="presParOf" srcId="{BC117DF8-5444-40B4-A789-0B31302AD994}" destId="{2DEE87E2-58B4-4207-B4D8-6B515B7BBD1F}" srcOrd="1" destOrd="0" presId="urn:microsoft.com/office/officeart/2018/2/layout/IconVerticalSolidList"/>
    <dgm:cxn modelId="{B006995C-D3B7-4D74-8BA9-B5703B4E6C02}" type="presParOf" srcId="{BC117DF8-5444-40B4-A789-0B31302AD994}" destId="{945E081C-E629-4533-B5DD-138BA8C2251C}" srcOrd="2" destOrd="0" presId="urn:microsoft.com/office/officeart/2018/2/layout/IconVerticalSolidList"/>
    <dgm:cxn modelId="{5C672951-DCE9-403D-81E0-202BA28F0869}" type="presParOf" srcId="{BC117DF8-5444-40B4-A789-0B31302AD994}" destId="{267253C3-0000-4AFE-8D21-EE6EC79BC73B}" srcOrd="3" destOrd="0" presId="urn:microsoft.com/office/officeart/2018/2/layout/IconVerticalSolidList"/>
    <dgm:cxn modelId="{D257A0C6-17EC-401B-8472-E32EC2CBA62E}" type="presParOf" srcId="{D365B921-08BB-475D-B947-13CB1D56AB5D}" destId="{959DFB9E-7C45-41A1-9C44-BED588243F32}" srcOrd="1" destOrd="0" presId="urn:microsoft.com/office/officeart/2018/2/layout/IconVerticalSolidList"/>
    <dgm:cxn modelId="{7A3C99AA-EFB7-419B-BCEC-CAFE05BD1765}" type="presParOf" srcId="{D365B921-08BB-475D-B947-13CB1D56AB5D}" destId="{C26A207E-60C0-4FB3-9BBD-76E6719AF2A6}" srcOrd="2" destOrd="0" presId="urn:microsoft.com/office/officeart/2018/2/layout/IconVerticalSolidList"/>
    <dgm:cxn modelId="{0746EF1D-B0BA-44E3-9E00-8E913DEB639F}" type="presParOf" srcId="{C26A207E-60C0-4FB3-9BBD-76E6719AF2A6}" destId="{DEC4B243-D1B8-43E3-ACA4-0D23B89B2AB4}" srcOrd="0" destOrd="0" presId="urn:microsoft.com/office/officeart/2018/2/layout/IconVerticalSolidList"/>
    <dgm:cxn modelId="{133962DB-D47B-49EB-BF12-051C6D3D1FEF}" type="presParOf" srcId="{C26A207E-60C0-4FB3-9BBD-76E6719AF2A6}" destId="{A4D726CF-16D7-4B84-B917-4F1BB1385451}" srcOrd="1" destOrd="0" presId="urn:microsoft.com/office/officeart/2018/2/layout/IconVerticalSolidList"/>
    <dgm:cxn modelId="{8E1BA440-D72B-4293-8115-4301D006E6ED}" type="presParOf" srcId="{C26A207E-60C0-4FB3-9BBD-76E6719AF2A6}" destId="{2D16AD24-F75F-4FD3-91D7-90A5A7E4F556}" srcOrd="2" destOrd="0" presId="urn:microsoft.com/office/officeart/2018/2/layout/IconVerticalSolidList"/>
    <dgm:cxn modelId="{AAD30510-91F8-4C95-B267-85570B60604B}" type="presParOf" srcId="{C26A207E-60C0-4FB3-9BBD-76E6719AF2A6}" destId="{794FF4E3-BCF7-4FFF-BB77-2A4D15CC59B6}" srcOrd="3" destOrd="0" presId="urn:microsoft.com/office/officeart/2018/2/layout/IconVerticalSolidList"/>
    <dgm:cxn modelId="{CD64EC97-42AE-48F2-BC74-B912C9940F5A}" type="presParOf" srcId="{D365B921-08BB-475D-B947-13CB1D56AB5D}" destId="{8CADE0C5-79D5-4EE3-B300-9D0664B552C5}" srcOrd="3" destOrd="0" presId="urn:microsoft.com/office/officeart/2018/2/layout/IconVerticalSolidList"/>
    <dgm:cxn modelId="{915BB006-D10E-426E-99F8-FE01125F4E83}" type="presParOf" srcId="{D365B921-08BB-475D-B947-13CB1D56AB5D}" destId="{32CB5831-1CDB-4857-A9AB-34EBE8050010}" srcOrd="4" destOrd="0" presId="urn:microsoft.com/office/officeart/2018/2/layout/IconVerticalSolidList"/>
    <dgm:cxn modelId="{A36A20EF-B7A5-4DE2-ABA8-079DA17BF2FE}" type="presParOf" srcId="{32CB5831-1CDB-4857-A9AB-34EBE8050010}" destId="{4531033F-3124-4D07-9D93-353D3363A8B9}" srcOrd="0" destOrd="0" presId="urn:microsoft.com/office/officeart/2018/2/layout/IconVerticalSolidList"/>
    <dgm:cxn modelId="{D85C2156-8DAB-401C-ABA7-8F800AA8968B}" type="presParOf" srcId="{32CB5831-1CDB-4857-A9AB-34EBE8050010}" destId="{B26D924C-0D90-4DA4-B301-7D707FEC0765}" srcOrd="1" destOrd="0" presId="urn:microsoft.com/office/officeart/2018/2/layout/IconVerticalSolidList"/>
    <dgm:cxn modelId="{66368492-0C35-42A6-93E5-AE2956691F57}" type="presParOf" srcId="{32CB5831-1CDB-4857-A9AB-34EBE8050010}" destId="{72A7D927-83A5-4BA8-B933-936DDBEE350E}" srcOrd="2" destOrd="0" presId="urn:microsoft.com/office/officeart/2018/2/layout/IconVerticalSolidList"/>
    <dgm:cxn modelId="{2ECF1F8E-29D8-4B44-A33C-8FE2AB749F85}" type="presParOf" srcId="{32CB5831-1CDB-4857-A9AB-34EBE8050010}" destId="{C3795497-3DC7-4041-9605-6D7EA058DA6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6AB1B3-37A7-4A4D-8558-68508202DB8D}">
      <dsp:nvSpPr>
        <dsp:cNvPr id="0" name=""/>
        <dsp:cNvSpPr/>
      </dsp:nvSpPr>
      <dsp:spPr>
        <a:xfrm>
          <a:off x="0" y="401"/>
          <a:ext cx="4891149" cy="552729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AB36DE-FC74-4ABF-82FE-3FC504F4FD1D}">
      <dsp:nvSpPr>
        <dsp:cNvPr id="0" name=""/>
        <dsp:cNvSpPr/>
      </dsp:nvSpPr>
      <dsp:spPr>
        <a:xfrm>
          <a:off x="167200" y="124765"/>
          <a:ext cx="304000" cy="30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28278B-46C1-479D-9B97-EE847D96C223}">
      <dsp:nvSpPr>
        <dsp:cNvPr id="0" name=""/>
        <dsp:cNvSpPr/>
      </dsp:nvSpPr>
      <dsp:spPr>
        <a:xfrm>
          <a:off x="638402" y="401"/>
          <a:ext cx="4252746" cy="552729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threePt" dir="t"/>
        </a:scene3d>
        <a:sp3d>
          <a:bevelT w="234950" h="82550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97" tIns="58497" rIns="58497" bIns="5849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solidFill>
                <a:srgbClr val="0070C0"/>
              </a:solidFill>
            </a:rPr>
            <a:t>1. </a:t>
          </a:r>
          <a:r>
            <a:rPr lang="es-MX" sz="1600" kern="1200" dirty="0">
              <a:solidFill>
                <a:srgbClr val="0070C0"/>
              </a:solidFill>
              <a:latin typeface="Gill Sans MT"/>
              <a:ea typeface="+mn-ea"/>
              <a:cs typeface="+mn-cs"/>
            </a:rPr>
            <a:t>Digitalizar la gestión del centro</a:t>
          </a:r>
          <a:endParaRPr lang="es-PE" sz="1600" kern="1200" dirty="0">
            <a:solidFill>
              <a:srgbClr val="0070C0"/>
            </a:solidFill>
            <a:latin typeface="Gill Sans MT"/>
            <a:ea typeface="+mn-ea"/>
            <a:cs typeface="+mn-cs"/>
          </a:endParaRPr>
        </a:p>
      </dsp:txBody>
      <dsp:txXfrm>
        <a:off x="638402" y="401"/>
        <a:ext cx="4252746" cy="552729"/>
      </dsp:txXfrm>
    </dsp:sp>
    <dsp:sp modelId="{06337B6F-54FE-47B8-9407-E21DC8C73260}">
      <dsp:nvSpPr>
        <dsp:cNvPr id="0" name=""/>
        <dsp:cNvSpPr/>
      </dsp:nvSpPr>
      <dsp:spPr>
        <a:xfrm>
          <a:off x="0" y="691312"/>
          <a:ext cx="4891149" cy="552729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A34A9E-A41A-4E6A-9498-F0CD31E3E0C6}">
      <dsp:nvSpPr>
        <dsp:cNvPr id="0" name=""/>
        <dsp:cNvSpPr/>
      </dsp:nvSpPr>
      <dsp:spPr>
        <a:xfrm>
          <a:off x="167200" y="815676"/>
          <a:ext cx="304000" cy="30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3F184F-60C8-4650-AA9A-D55E02F7DFA7}">
      <dsp:nvSpPr>
        <dsp:cNvPr id="0" name=""/>
        <dsp:cNvSpPr/>
      </dsp:nvSpPr>
      <dsp:spPr>
        <a:xfrm>
          <a:off x="638402" y="691312"/>
          <a:ext cx="4252746" cy="552729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threePt" dir="t"/>
        </a:scene3d>
        <a:sp3d>
          <a:bevelT w="234950" h="82550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97" tIns="58497" rIns="58497" bIns="5849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solidFill>
                <a:srgbClr val="0070C0"/>
              </a:solidFill>
            </a:rPr>
            <a:t>2. </a:t>
          </a:r>
          <a:r>
            <a:rPr lang="es-PE" sz="1600" kern="1200" dirty="0">
              <a:solidFill>
                <a:srgbClr val="0070C0"/>
              </a:solidFill>
              <a:latin typeface="Gill Sans MT"/>
              <a:ea typeface="+mn-ea"/>
              <a:cs typeface="+mn-cs"/>
            </a:rPr>
            <a:t>Mejorar</a:t>
          </a:r>
          <a:r>
            <a:rPr lang="es-PE" sz="1600" kern="1200" dirty="0"/>
            <a:t> </a:t>
          </a:r>
          <a:r>
            <a:rPr lang="es-PE" sz="1600" kern="1200" dirty="0">
              <a:solidFill>
                <a:srgbClr val="0070C0"/>
              </a:solidFill>
              <a:latin typeface="Gill Sans MT"/>
              <a:ea typeface="+mn-ea"/>
              <a:cs typeface="+mn-cs"/>
            </a:rPr>
            <a:t>el control administrativo</a:t>
          </a:r>
        </a:p>
      </dsp:txBody>
      <dsp:txXfrm>
        <a:off x="638402" y="691312"/>
        <a:ext cx="4252746" cy="552729"/>
      </dsp:txXfrm>
    </dsp:sp>
    <dsp:sp modelId="{308F6107-F3FC-47D2-A3EF-EDBF1CDCD61C}">
      <dsp:nvSpPr>
        <dsp:cNvPr id="0" name=""/>
        <dsp:cNvSpPr/>
      </dsp:nvSpPr>
      <dsp:spPr>
        <a:xfrm>
          <a:off x="0" y="1382224"/>
          <a:ext cx="4891149" cy="552729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D2B28F-9CB9-4F26-AA32-032673102C14}">
      <dsp:nvSpPr>
        <dsp:cNvPr id="0" name=""/>
        <dsp:cNvSpPr/>
      </dsp:nvSpPr>
      <dsp:spPr>
        <a:xfrm>
          <a:off x="167200" y="1506588"/>
          <a:ext cx="304000" cy="304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E185E6-29C5-4D2B-ACCE-357B9FA31E2F}">
      <dsp:nvSpPr>
        <dsp:cNvPr id="0" name=""/>
        <dsp:cNvSpPr/>
      </dsp:nvSpPr>
      <dsp:spPr>
        <a:xfrm>
          <a:off x="638402" y="1382224"/>
          <a:ext cx="4252746" cy="552729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threePt" dir="t"/>
        </a:scene3d>
        <a:sp3d>
          <a:bevelT w="234950" h="82550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97" tIns="58497" rIns="58497" bIns="5849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solidFill>
                <a:srgbClr val="0070C0"/>
              </a:solidFill>
            </a:rPr>
            <a:t>3. </a:t>
          </a:r>
          <a:r>
            <a:rPr lang="es-MX" sz="1600" kern="1200" dirty="0">
              <a:solidFill>
                <a:srgbClr val="0070C0"/>
              </a:solidFill>
              <a:latin typeface="Gill Sans MT"/>
              <a:ea typeface="+mn-ea"/>
              <a:cs typeface="+mn-cs"/>
            </a:rPr>
            <a:t>Facilitar el trabajo del terapeuta</a:t>
          </a:r>
          <a:endParaRPr lang="es-PE" sz="1600" kern="1200" dirty="0">
            <a:solidFill>
              <a:srgbClr val="0070C0"/>
            </a:solidFill>
            <a:latin typeface="Gill Sans MT"/>
            <a:ea typeface="+mn-ea"/>
            <a:cs typeface="+mn-cs"/>
          </a:endParaRPr>
        </a:p>
      </dsp:txBody>
      <dsp:txXfrm>
        <a:off x="638402" y="1382224"/>
        <a:ext cx="4252746" cy="552729"/>
      </dsp:txXfrm>
    </dsp:sp>
    <dsp:sp modelId="{790B083E-CA01-4979-ABB5-6E606F2BA895}">
      <dsp:nvSpPr>
        <dsp:cNvPr id="0" name=""/>
        <dsp:cNvSpPr/>
      </dsp:nvSpPr>
      <dsp:spPr>
        <a:xfrm>
          <a:off x="0" y="2073135"/>
          <a:ext cx="4891149" cy="552729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A05D4D-4170-4A2E-A15A-FA6025C6A3AC}">
      <dsp:nvSpPr>
        <dsp:cNvPr id="0" name=""/>
        <dsp:cNvSpPr/>
      </dsp:nvSpPr>
      <dsp:spPr>
        <a:xfrm>
          <a:off x="167200" y="2197499"/>
          <a:ext cx="304000" cy="304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98FE11-FE76-4795-A63A-5B78226F889C}">
      <dsp:nvSpPr>
        <dsp:cNvPr id="0" name=""/>
        <dsp:cNvSpPr/>
      </dsp:nvSpPr>
      <dsp:spPr>
        <a:xfrm>
          <a:off x="638402" y="2073135"/>
          <a:ext cx="4252746" cy="552729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threePt" dir="t"/>
        </a:scene3d>
        <a:sp3d>
          <a:bevelT w="234950" h="82550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97" tIns="58497" rIns="58497" bIns="5849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solidFill>
                <a:srgbClr val="0070C0"/>
              </a:solidFill>
            </a:rPr>
            <a:t>4. Gestión de pacientes</a:t>
          </a:r>
          <a:endParaRPr lang="es-PE" sz="1600" kern="1200" dirty="0">
            <a:solidFill>
              <a:srgbClr val="0070C0"/>
            </a:solidFill>
          </a:endParaRPr>
        </a:p>
      </dsp:txBody>
      <dsp:txXfrm>
        <a:off x="638402" y="2073135"/>
        <a:ext cx="4252746" cy="552729"/>
      </dsp:txXfrm>
    </dsp:sp>
    <dsp:sp modelId="{A3C12756-8E80-4803-B984-BDD1E9A4E48B}">
      <dsp:nvSpPr>
        <dsp:cNvPr id="0" name=""/>
        <dsp:cNvSpPr/>
      </dsp:nvSpPr>
      <dsp:spPr>
        <a:xfrm>
          <a:off x="0" y="2764046"/>
          <a:ext cx="4891149" cy="552729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01343A-DC1F-43AA-8097-5D0DE6B9FDB0}">
      <dsp:nvSpPr>
        <dsp:cNvPr id="0" name=""/>
        <dsp:cNvSpPr/>
      </dsp:nvSpPr>
      <dsp:spPr>
        <a:xfrm>
          <a:off x="167200" y="2888410"/>
          <a:ext cx="304000" cy="304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800D34-7A6A-4D06-841B-F9E6DE81A5C2}">
      <dsp:nvSpPr>
        <dsp:cNvPr id="0" name=""/>
        <dsp:cNvSpPr/>
      </dsp:nvSpPr>
      <dsp:spPr>
        <a:xfrm>
          <a:off x="638402" y="2764046"/>
          <a:ext cx="4252746" cy="552729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threePt" dir="t"/>
        </a:scene3d>
        <a:sp3d>
          <a:bevelT w="234950" h="82550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97" tIns="58497" rIns="58497" bIns="5849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solidFill>
                <a:srgbClr val="0070C0"/>
              </a:solidFill>
            </a:rPr>
            <a:t>5. </a:t>
          </a:r>
          <a:r>
            <a:rPr lang="es-MX" sz="1600" kern="1200" dirty="0">
              <a:solidFill>
                <a:srgbClr val="0070C0"/>
              </a:solidFill>
              <a:latin typeface="Gill Sans MT"/>
              <a:ea typeface="+mn-ea"/>
              <a:cs typeface="+mn-cs"/>
            </a:rPr>
            <a:t>Registrar evolución de los pacientes</a:t>
          </a:r>
          <a:endParaRPr lang="es-PE" sz="1600" kern="1200" dirty="0">
            <a:solidFill>
              <a:srgbClr val="0070C0"/>
            </a:solidFill>
            <a:latin typeface="Gill Sans MT"/>
            <a:ea typeface="+mn-ea"/>
            <a:cs typeface="+mn-cs"/>
          </a:endParaRPr>
        </a:p>
      </dsp:txBody>
      <dsp:txXfrm>
        <a:off x="638402" y="2764046"/>
        <a:ext cx="4252746" cy="552729"/>
      </dsp:txXfrm>
    </dsp:sp>
    <dsp:sp modelId="{0F5CCF94-E5D6-4572-85C6-B28A15BA3479}">
      <dsp:nvSpPr>
        <dsp:cNvPr id="0" name=""/>
        <dsp:cNvSpPr/>
      </dsp:nvSpPr>
      <dsp:spPr>
        <a:xfrm>
          <a:off x="0" y="3454958"/>
          <a:ext cx="4891149" cy="552729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8D5057-FF07-414C-B28C-13F28BE6A3E6}">
      <dsp:nvSpPr>
        <dsp:cNvPr id="0" name=""/>
        <dsp:cNvSpPr/>
      </dsp:nvSpPr>
      <dsp:spPr>
        <a:xfrm>
          <a:off x="167200" y="3579322"/>
          <a:ext cx="304000" cy="30400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CE6332-2543-44BC-AC0F-2B15FC7B8738}">
      <dsp:nvSpPr>
        <dsp:cNvPr id="0" name=""/>
        <dsp:cNvSpPr/>
      </dsp:nvSpPr>
      <dsp:spPr>
        <a:xfrm>
          <a:off x="638402" y="3454958"/>
          <a:ext cx="4252746" cy="552729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threePt" dir="t"/>
        </a:scene3d>
        <a:sp3d>
          <a:bevelT w="234950" h="82550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97" tIns="58497" rIns="58497" bIns="5849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solidFill>
                <a:srgbClr val="0070C0"/>
              </a:solidFill>
            </a:rPr>
            <a:t>6. </a:t>
          </a:r>
          <a:r>
            <a:rPr lang="es-MX" sz="1600" kern="1200" dirty="0">
              <a:solidFill>
                <a:srgbClr val="0070C0"/>
              </a:solidFill>
              <a:latin typeface="Gill Sans MT"/>
              <a:ea typeface="+mn-ea"/>
              <a:cs typeface="+mn-cs"/>
            </a:rPr>
            <a:t>Mejorar el control de citas</a:t>
          </a:r>
          <a:endParaRPr lang="es-PE" sz="1600" kern="1200" dirty="0">
            <a:solidFill>
              <a:srgbClr val="0070C0"/>
            </a:solidFill>
            <a:latin typeface="Gill Sans MT"/>
            <a:ea typeface="+mn-ea"/>
            <a:cs typeface="+mn-cs"/>
          </a:endParaRPr>
        </a:p>
      </dsp:txBody>
      <dsp:txXfrm>
        <a:off x="638402" y="3454958"/>
        <a:ext cx="4252746" cy="552729"/>
      </dsp:txXfrm>
    </dsp:sp>
    <dsp:sp modelId="{36886176-507F-454A-8B21-3D96501F98E4}">
      <dsp:nvSpPr>
        <dsp:cNvPr id="0" name=""/>
        <dsp:cNvSpPr/>
      </dsp:nvSpPr>
      <dsp:spPr>
        <a:xfrm>
          <a:off x="0" y="4145869"/>
          <a:ext cx="4891149" cy="552729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709746-1F03-4F39-ABF0-A6D0AE7B9A71}">
      <dsp:nvSpPr>
        <dsp:cNvPr id="0" name=""/>
        <dsp:cNvSpPr/>
      </dsp:nvSpPr>
      <dsp:spPr>
        <a:xfrm>
          <a:off x="167200" y="4270233"/>
          <a:ext cx="304000" cy="30400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45B734-38F8-4708-8722-F29269AD5A10}">
      <dsp:nvSpPr>
        <dsp:cNvPr id="0" name=""/>
        <dsp:cNvSpPr/>
      </dsp:nvSpPr>
      <dsp:spPr>
        <a:xfrm>
          <a:off x="638402" y="4145869"/>
          <a:ext cx="4252746" cy="552729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threePt" dir="t"/>
        </a:scene3d>
        <a:sp3d>
          <a:bevelT w="234950" h="82550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97" tIns="58497" rIns="58497" bIns="5849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solidFill>
                <a:srgbClr val="0070C0"/>
              </a:solidFill>
            </a:rPr>
            <a:t>7. Automatización de la información</a:t>
          </a:r>
          <a:endParaRPr lang="es-PE" sz="1600" kern="1200" dirty="0">
            <a:solidFill>
              <a:srgbClr val="0070C0"/>
            </a:solidFill>
          </a:endParaRPr>
        </a:p>
      </dsp:txBody>
      <dsp:txXfrm>
        <a:off x="638402" y="4145869"/>
        <a:ext cx="4252746" cy="5527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23065F-0518-4806-A7C2-06EB94287DA5}">
      <dsp:nvSpPr>
        <dsp:cNvPr id="0" name=""/>
        <dsp:cNvSpPr/>
      </dsp:nvSpPr>
      <dsp:spPr>
        <a:xfrm>
          <a:off x="0" y="427"/>
          <a:ext cx="3719720" cy="1001420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EE87E2-58B4-4207-B4D8-6B515B7BBD1F}">
      <dsp:nvSpPr>
        <dsp:cNvPr id="0" name=""/>
        <dsp:cNvSpPr/>
      </dsp:nvSpPr>
      <dsp:spPr>
        <a:xfrm>
          <a:off x="302929" y="225747"/>
          <a:ext cx="550781" cy="5507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7253C3-0000-4AFE-8D21-EE6EC79BC73B}">
      <dsp:nvSpPr>
        <dsp:cNvPr id="0" name=""/>
        <dsp:cNvSpPr/>
      </dsp:nvSpPr>
      <dsp:spPr>
        <a:xfrm>
          <a:off x="1156641" y="427"/>
          <a:ext cx="2563078" cy="1001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984" tIns="105984" rIns="105984" bIns="10598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>
              <a:solidFill>
                <a:srgbClr val="0070C0"/>
              </a:solidFill>
            </a:rPr>
            <a:t>Cumplimiento de actividades</a:t>
          </a:r>
          <a:endParaRPr lang="es-PE" sz="1800" kern="1200" dirty="0">
            <a:solidFill>
              <a:srgbClr val="0070C0"/>
            </a:solidFill>
          </a:endParaRPr>
        </a:p>
      </dsp:txBody>
      <dsp:txXfrm>
        <a:off x="1156641" y="427"/>
        <a:ext cx="2563078" cy="1001420"/>
      </dsp:txXfrm>
    </dsp:sp>
    <dsp:sp modelId="{DEC4B243-D1B8-43E3-ACA4-0D23B89B2AB4}">
      <dsp:nvSpPr>
        <dsp:cNvPr id="0" name=""/>
        <dsp:cNvSpPr/>
      </dsp:nvSpPr>
      <dsp:spPr>
        <a:xfrm>
          <a:off x="0" y="1252204"/>
          <a:ext cx="3719720" cy="1001420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D726CF-16D7-4B84-B917-4F1BB1385451}">
      <dsp:nvSpPr>
        <dsp:cNvPr id="0" name=""/>
        <dsp:cNvSpPr/>
      </dsp:nvSpPr>
      <dsp:spPr>
        <a:xfrm>
          <a:off x="302929" y="1477523"/>
          <a:ext cx="550781" cy="5507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4FF4E3-BCF7-4FFF-BB77-2A4D15CC59B6}">
      <dsp:nvSpPr>
        <dsp:cNvPr id="0" name=""/>
        <dsp:cNvSpPr/>
      </dsp:nvSpPr>
      <dsp:spPr>
        <a:xfrm>
          <a:off x="1156641" y="1252204"/>
          <a:ext cx="2563078" cy="1001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984" tIns="105984" rIns="105984" bIns="10598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>
              <a:solidFill>
                <a:srgbClr val="0070C0"/>
              </a:solidFill>
            </a:rPr>
            <a:t>Colaboración y comunicación oportuna</a:t>
          </a:r>
          <a:endParaRPr lang="es-PE" sz="1800" kern="1200" dirty="0">
            <a:solidFill>
              <a:srgbClr val="0070C0"/>
            </a:solidFill>
          </a:endParaRPr>
        </a:p>
      </dsp:txBody>
      <dsp:txXfrm>
        <a:off x="1156641" y="1252204"/>
        <a:ext cx="2563078" cy="1001420"/>
      </dsp:txXfrm>
    </dsp:sp>
    <dsp:sp modelId="{4531033F-3124-4D07-9D93-353D3363A8B9}">
      <dsp:nvSpPr>
        <dsp:cNvPr id="0" name=""/>
        <dsp:cNvSpPr/>
      </dsp:nvSpPr>
      <dsp:spPr>
        <a:xfrm>
          <a:off x="0" y="2503980"/>
          <a:ext cx="3719720" cy="1001420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6D924C-0D90-4DA4-B301-7D707FEC0765}">
      <dsp:nvSpPr>
        <dsp:cNvPr id="0" name=""/>
        <dsp:cNvSpPr/>
      </dsp:nvSpPr>
      <dsp:spPr>
        <a:xfrm>
          <a:off x="302929" y="2729299"/>
          <a:ext cx="550781" cy="5507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795497-3DC7-4041-9605-6D7EA058DA6D}">
      <dsp:nvSpPr>
        <dsp:cNvPr id="0" name=""/>
        <dsp:cNvSpPr/>
      </dsp:nvSpPr>
      <dsp:spPr>
        <a:xfrm>
          <a:off x="1156641" y="2503980"/>
          <a:ext cx="2563078" cy="1001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984" tIns="105984" rIns="105984" bIns="10598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>
              <a:solidFill>
                <a:srgbClr val="0070C0"/>
              </a:solidFill>
            </a:rPr>
            <a:t>Calidad en entregables</a:t>
          </a:r>
          <a:endParaRPr lang="es-PE" sz="1800" kern="1200" dirty="0">
            <a:solidFill>
              <a:srgbClr val="0070C0"/>
            </a:solidFill>
          </a:endParaRPr>
        </a:p>
      </dsp:txBody>
      <dsp:txXfrm>
        <a:off x="1156641" y="2503980"/>
        <a:ext cx="2563078" cy="10014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1251525F-CA02-45B6-8BE5-17305369F782}" type="datetime1">
              <a:rPr lang="es-ES" smtClean="0"/>
              <a:t>12/03/2026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CFA70580-B89C-4157-871D-6B9318EE5F5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1BFF449C-E3E0-45CA-8FC8-EE3F6E0B8129}" type="datetime1">
              <a:rPr lang="es-ES" smtClean="0"/>
              <a:t>12/03/2026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E7AF00E9-A49D-4007-B3B9-A3783809E50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31635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94137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C843D-2B08-A337-731A-5AB5FD3FE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4143770-F700-2A04-E05A-720846D2CC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925F9A8-2DA7-1C4D-2DAE-F0A092F4CE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6CBED0A-2ABB-14E7-00D0-FB455AF70D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177658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532520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2A427-5183-EECC-E94B-1745086F3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3D09967-C250-C92D-23EE-A110F6012D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D0CCCC6-55E2-6DB7-65A4-80A9819D9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FC2EEB-5778-4806-2051-23A7224447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063875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22812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03191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s-ES" dirty="0"/>
            </a:lvl1pPr>
          </a:lstStyle>
          <a:p>
            <a:pPr lvl="0" rtl="0">
              <a:lnSpc>
                <a:spcPct val="100000"/>
              </a:lnSpc>
            </a:pPr>
            <a:r>
              <a:rPr lang="es-ES"/>
              <a:t>Haga clic para agregar un título</a:t>
            </a:r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</p:spTree>
    <p:extLst>
      <p:ext uri="{BB962C8B-B14F-4D97-AF65-F5344CB8AC3E}">
        <p14:creationId xmlns:p14="http://schemas.microsoft.com/office/powerpoint/2010/main" val="286820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o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7" name="Forma libre: Forma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ítulo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rtlCol="0" anchor="b">
            <a:normAutofit/>
          </a:bodyPr>
          <a:lstStyle>
            <a:lvl1pPr>
              <a:defRPr lang="es-ES" sz="4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22" name="Marcador de contenido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lvl1pPr marL="0" indent="0">
              <a:buNone/>
              <a:defRPr lang="es-ES" sz="1800">
                <a:solidFill>
                  <a:schemeClr val="tx1"/>
                </a:solidFill>
              </a:defRPr>
            </a:lvl1pPr>
            <a:lvl2pPr>
              <a:defRPr lang="es-ES" sz="1200">
                <a:solidFill>
                  <a:schemeClr val="tx1"/>
                </a:solidFill>
              </a:defRPr>
            </a:lvl2pPr>
            <a:lvl3pPr>
              <a:defRPr lang="es-ES" sz="1200">
                <a:solidFill>
                  <a:schemeClr val="tx1"/>
                </a:solidFill>
              </a:defRPr>
            </a:lvl3pPr>
            <a:lvl4pPr>
              <a:defRPr lang="es-ES" sz="1200">
                <a:solidFill>
                  <a:schemeClr val="tx1"/>
                </a:solidFill>
              </a:defRPr>
            </a:lvl4pPr>
            <a:lvl5pPr>
              <a:defRPr lang="es-ES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BA1B0FB-D917-4C8C-928F-313BD683BF39}" type="slidenum">
              <a:rPr lang="es-ES" smtClean="0"/>
              <a:t>‹Nº›</a:t>
            </a:fld>
            <a:endParaRPr lang="es-ES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" name="Forma libre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11" name="Elipse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Forma libre: Forma 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Forma libre: Forma 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16" name="Elipse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Forma libre: Forma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4045464"/>
            <a:ext cx="11115355" cy="2286000"/>
          </a:xfrm>
        </p:spPr>
        <p:txBody>
          <a:bodyPr rtlCol="0" anchor="ctr">
            <a:noAutofit/>
          </a:bodyPr>
          <a:lstStyle>
            <a:lvl1pPr algn="l">
              <a:defRPr lang="es-ES" sz="54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94"/>
            <a:ext cx="12192000" cy="3771878"/>
          </a:xfrm>
        </p:spPr>
        <p:txBody>
          <a:bodyPr rtlCol="0">
            <a:no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7BF9F63-86BE-5515-AD3C-59481B3FF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2899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+ subtítulo +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196900"/>
            <a:ext cx="4159160" cy="3155900"/>
          </a:xfrm>
        </p:spPr>
        <p:txBody>
          <a:bodyPr lIns="91440" rtlCol="0" anchor="b">
            <a:noAutofit/>
          </a:bodyPr>
          <a:lstStyle>
            <a:lvl1pPr algn="l">
              <a:defRPr lang="es-ES" sz="4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7271" y="3505200"/>
            <a:ext cx="4159160" cy="2352356"/>
          </a:xfrm>
        </p:spPr>
        <p:txBody>
          <a:bodyPr lIns="91440" rIns="91440" rtlCol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lang="es-ES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60ABD6E1-FE78-D78B-E80C-09490F5D8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62BB1BCD-5C1C-ED05-D6B4-F92367209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11" name="Forma libre 5">
              <a:extLst>
                <a:ext uri="{FF2B5EF4-FFF2-40B4-BE49-F238E27FC236}">
                  <a16:creationId xmlns:a16="http://schemas.microsoft.com/office/drawing/2014/main" id="{700A5CAB-28E9-FB7A-E72E-39F3ADE58C6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2" name="Forma libre 6">
              <a:extLst>
                <a:ext uri="{FF2B5EF4-FFF2-40B4-BE49-F238E27FC236}">
                  <a16:creationId xmlns:a16="http://schemas.microsoft.com/office/drawing/2014/main" id="{2BA2D9BC-CA87-28FA-7A02-455E740EAC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3" name="Forma libre 8">
              <a:extLst>
                <a:ext uri="{FF2B5EF4-FFF2-40B4-BE49-F238E27FC236}">
                  <a16:creationId xmlns:a16="http://schemas.microsoft.com/office/drawing/2014/main" id="{734E5ADF-EEF0-2501-9D7B-8FC1A49F60A7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8" name="Marcador de posición de imagen 14">
            <a:extLst>
              <a:ext uri="{FF2B5EF4-FFF2-40B4-BE49-F238E27FC236}">
                <a16:creationId xmlns:a16="http://schemas.microsoft.com/office/drawing/2014/main" id="{780F3839-9B1B-2346-C1F4-E876E6AE32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78049" y="78871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tIns="365760" rtlCol="0">
            <a:noAutofit/>
          </a:bodyPr>
          <a:lstStyle>
            <a:lvl1pPr marL="0" indent="0" algn="ctr">
              <a:buNone/>
              <a:defRPr lang="es-ES" sz="18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5007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Forma libre: Forma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Forma libre: Forma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11" name="Elipse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Forma libre: Forma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s-ES" sz="4000" dirty="0"/>
            </a:lvl1pPr>
          </a:lstStyle>
          <a:p>
            <a:pPr lvl="0" rtl="0">
              <a:lnSpc>
                <a:spcPct val="100000"/>
              </a:lnSpc>
            </a:pPr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 rtlCol="0">
            <a:normAutofit/>
          </a:bodyPr>
          <a:lstStyle>
            <a:lvl1pPr>
              <a:defRPr lang="es-ES" sz="1800">
                <a:solidFill>
                  <a:schemeClr val="tx1"/>
                </a:solidFill>
              </a:defRPr>
            </a:lvl1pPr>
            <a:lvl2pPr>
              <a:defRPr lang="es-ES" sz="1200">
                <a:solidFill>
                  <a:schemeClr val="tx1"/>
                </a:solidFill>
              </a:defRPr>
            </a:lvl2pPr>
            <a:lvl3pPr>
              <a:defRPr lang="es-ES" sz="1200">
                <a:solidFill>
                  <a:schemeClr val="tx1"/>
                </a:solidFill>
              </a:defRPr>
            </a:lvl3pPr>
            <a:lvl4pPr>
              <a:defRPr lang="es-ES" sz="1200">
                <a:solidFill>
                  <a:schemeClr val="tx1"/>
                </a:solidFill>
              </a:defRPr>
            </a:lvl4pPr>
            <a:lvl5pPr>
              <a:defRPr lang="es-ES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BA1B0FB-D917-4C8C-928F-313BD683BF3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60994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lipse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es-ES" sz="4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es-ES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es-ES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BA1B0FB-D917-4C8C-928F-313BD683BF3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06119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ido + image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974" y="196900"/>
            <a:ext cx="4899628" cy="2331490"/>
          </a:xfrm>
        </p:spPr>
        <p:txBody>
          <a:bodyPr rtlCol="0" anchor="b" anchorCtr="0">
            <a:noAutofit/>
          </a:bodyPr>
          <a:lstStyle>
            <a:lvl1pPr algn="r">
              <a:defRPr lang="es-ES" sz="4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3162" y="2827209"/>
            <a:ext cx="4917440" cy="3442144"/>
          </a:xfrm>
        </p:spPr>
        <p:txBody>
          <a:bodyPr rtlCol="0">
            <a:normAutofit/>
          </a:bodyPr>
          <a:lstStyle>
            <a:lvl1pPr marL="0" indent="0" algn="r">
              <a:buNone/>
              <a:defRPr lang="es-ES" sz="1800">
                <a:solidFill>
                  <a:schemeClr val="tx1"/>
                </a:solidFill>
              </a:defRPr>
            </a:lvl1pPr>
            <a:lvl2pPr algn="r">
              <a:defRPr lang="es-ES" sz="1200">
                <a:solidFill>
                  <a:schemeClr val="tx1"/>
                </a:solidFill>
              </a:defRPr>
            </a:lvl2pPr>
            <a:lvl3pPr algn="r">
              <a:defRPr lang="es-ES" sz="1200">
                <a:solidFill>
                  <a:schemeClr val="tx1"/>
                </a:solidFill>
              </a:defRPr>
            </a:lvl3pPr>
            <a:lvl4pPr algn="r">
              <a:defRPr lang="es-ES" sz="1200">
                <a:solidFill>
                  <a:schemeClr val="tx1"/>
                </a:solidFill>
              </a:defRPr>
            </a:lvl4pPr>
            <a:lvl5pPr algn="r">
              <a:defRPr lang="es-ES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588" y="0"/>
            <a:ext cx="6095998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A904CD02-7C7D-28DD-85A8-2FD92C29D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9" name="Forma libre 5">
              <a:extLst>
                <a:ext uri="{FF2B5EF4-FFF2-40B4-BE49-F238E27FC236}">
                  <a16:creationId xmlns:a16="http://schemas.microsoft.com/office/drawing/2014/main" id="{FB7341D0-DC30-9661-B3E0-91DE7C37946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0" name="Forma libre 6">
              <a:extLst>
                <a:ext uri="{FF2B5EF4-FFF2-40B4-BE49-F238E27FC236}">
                  <a16:creationId xmlns:a16="http://schemas.microsoft.com/office/drawing/2014/main" id="{92A118B5-9F91-EA1B-3F95-6BFA5095544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1" name="Forma libre 8">
              <a:extLst>
                <a:ext uri="{FF2B5EF4-FFF2-40B4-BE49-F238E27FC236}">
                  <a16:creationId xmlns:a16="http://schemas.microsoft.com/office/drawing/2014/main" id="{208891A5-91FA-D924-CB46-E74B50635001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15" name="Elipse 14">
            <a:extLst>
              <a:ext uri="{FF2B5EF4-FFF2-40B4-BE49-F238E27FC236}">
                <a16:creationId xmlns:a16="http://schemas.microsoft.com/office/drawing/2014/main" id="{BE5F7483-2261-D4C4-30E3-2D379D8CA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35617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lipse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831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es-ES" sz="4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6EFC6ED4-22DD-0C3B-D15A-218307AB6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12" name="Forma libre: Forma 25">
              <a:extLst>
                <a:ext uri="{FF2B5EF4-FFF2-40B4-BE49-F238E27FC236}">
                  <a16:creationId xmlns:a16="http://schemas.microsoft.com/office/drawing/2014/main" id="{E4CD0F67-4BE8-1120-FCAE-806F9E18DD5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59B74B85-E3CB-E24E-54C6-AB161411D93A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15" name="Forma libre: Forma 21">
            <a:extLst>
              <a:ext uri="{FF2B5EF4-FFF2-40B4-BE49-F238E27FC236}">
                <a16:creationId xmlns:a16="http://schemas.microsoft.com/office/drawing/2014/main" id="{5781DEED-6608-D622-CA5E-C91FD8645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1965095"/>
            <a:ext cx="5435600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es-ES" sz="1800">
                <a:solidFill>
                  <a:schemeClr val="tx1"/>
                </a:solidFill>
              </a:defRPr>
            </a:lvl1pPr>
            <a:lvl2pPr>
              <a:defRPr lang="es-ES" sz="1800">
                <a:solidFill>
                  <a:schemeClr val="tx1"/>
                </a:solidFill>
              </a:defRPr>
            </a:lvl2pPr>
            <a:lvl3pPr>
              <a:defRPr lang="es-ES" sz="1800">
                <a:solidFill>
                  <a:schemeClr val="tx1"/>
                </a:solidFill>
              </a:defRPr>
            </a:lvl3pPr>
            <a:lvl4pPr>
              <a:defRPr lang="es-ES" sz="1800">
                <a:solidFill>
                  <a:schemeClr val="tx1"/>
                </a:solidFill>
              </a:defRPr>
            </a:lvl4pPr>
            <a:lvl5pPr>
              <a:defRPr lang="es-ES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C4B946DE-F802-2F36-2789-09D7F860408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01305" y="1965095"/>
            <a:ext cx="5339397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es-ES" sz="1800">
                <a:solidFill>
                  <a:schemeClr val="tx1"/>
                </a:solidFill>
              </a:defRPr>
            </a:lvl1pPr>
            <a:lvl2pPr>
              <a:defRPr lang="es-ES" sz="1800">
                <a:solidFill>
                  <a:schemeClr val="tx1"/>
                </a:solidFill>
              </a:defRPr>
            </a:lvl2pPr>
            <a:lvl3pPr>
              <a:defRPr lang="es-ES" sz="1800">
                <a:solidFill>
                  <a:schemeClr val="tx1"/>
                </a:solidFill>
              </a:defRPr>
            </a:lvl3pPr>
            <a:lvl4pPr>
              <a:defRPr lang="es-ES" sz="1800">
                <a:solidFill>
                  <a:schemeClr val="tx1"/>
                </a:solidFill>
              </a:defRPr>
            </a:lvl4pPr>
            <a:lvl5pPr>
              <a:defRPr lang="es-ES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BA1B0FB-D917-4C8C-928F-313BD683BF3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ipse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s-ES" sz="5400" dirty="0"/>
            </a:lvl1pPr>
          </a:lstStyle>
          <a:p>
            <a:pPr lvl="0" rtl="0">
              <a:lnSpc>
                <a:spcPct val="100000"/>
              </a:lnSpc>
            </a:pPr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es-ES"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lang="es-ES"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lang="es-ES"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lang="es-ES"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lang="es-ES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20" name="Marcador de posición de imagen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Forma libre: Forma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BA1B0FB-D917-4C8C-928F-313BD683BF3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rmAutofit/>
          </a:bodyPr>
          <a:lstStyle>
            <a:lvl1pPr algn="l">
              <a:lnSpc>
                <a:spcPct val="100000"/>
              </a:lnSpc>
              <a:defRPr lang="es-ES" sz="64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s-ES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 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BA1B0FB-D917-4C8C-928F-313BD683BF39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orma libre: Forma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36" name="Forma libre: Forma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es-ES"/>
            </a:defPPr>
          </a:lstStyle>
          <a:p>
            <a:pPr lvl="0" rtl="0">
              <a:lnSpc>
                <a:spcPct val="100000"/>
              </a:lnSpc>
            </a:pPr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es-ES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es-ES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es-ES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fld id="{DBA1B0FB-D917-4C8C-928F-313BD683BF39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6" r:id="rId3"/>
    <p:sldLayoutId id="2147483697" r:id="rId4"/>
    <p:sldLayoutId id="2147483703" r:id="rId5"/>
    <p:sldLayoutId id="2147483704" r:id="rId6"/>
    <p:sldLayoutId id="2147483699" r:id="rId7"/>
    <p:sldLayoutId id="2147483688" r:id="rId8"/>
    <p:sldLayoutId id="2147483686" r:id="rId9"/>
    <p:sldLayoutId id="2147483685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f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fif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Mano de una persona con los brazos extendidos&#10;&#10;El contenido generado por IA puede ser incorrecto.">
            <a:extLst>
              <a:ext uri="{FF2B5EF4-FFF2-40B4-BE49-F238E27FC236}">
                <a16:creationId xmlns:a16="http://schemas.microsoft.com/office/drawing/2014/main" id="{C8D5209C-EF20-1582-B8DA-DF367282E8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17"/>
          <a:stretch>
            <a:fillRect/>
          </a:stretch>
        </p:blipFill>
        <p:spPr>
          <a:xfrm>
            <a:off x="0" y="0"/>
            <a:ext cx="12192000" cy="6870063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D54471B1-115C-D460-2A5A-796BE59AF648}"/>
              </a:ext>
            </a:extLst>
          </p:cNvPr>
          <p:cNvSpPr/>
          <p:nvPr/>
        </p:nvSpPr>
        <p:spPr>
          <a:xfrm>
            <a:off x="0" y="1213647"/>
            <a:ext cx="3982720" cy="16443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26" y="1299228"/>
            <a:ext cx="3845667" cy="1477503"/>
          </a:xfrm>
          <a:noFill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r>
              <a:rPr lang="es-PE" sz="2100" b="1" dirty="0">
                <a:latin typeface="+mn-lt"/>
              </a:rPr>
              <a:t>PROPUESTA SOLUCIÓN DIGITAL WEB </a:t>
            </a:r>
            <a:br>
              <a:rPr lang="es-MX" sz="2100" b="1" i="0" dirty="0">
                <a:effectLst/>
                <a:latin typeface="+mn-lt"/>
              </a:rPr>
            </a:br>
            <a:r>
              <a:rPr lang="es-MX" sz="2100" b="1" i="0" dirty="0">
                <a:solidFill>
                  <a:srgbClr val="FFFF00"/>
                </a:solidFill>
                <a:effectLst/>
                <a:latin typeface="+mn-lt"/>
              </a:rPr>
              <a:t>2026-03-12</a:t>
            </a:r>
            <a:endParaRPr lang="es-ES" sz="2100" dirty="0">
              <a:solidFill>
                <a:srgbClr val="FFFF00"/>
              </a:solidFill>
              <a:latin typeface="+mn-lt"/>
            </a:endParaRPr>
          </a:p>
        </p:txBody>
      </p:sp>
      <p:pic>
        <p:nvPicPr>
          <p:cNvPr id="7" name="Imagen 6" descr="Imagen que contiene tabla, pequeño, luz, sostener&#10;&#10;El contenido generado por IA puede ser incorrecto.">
            <a:extLst>
              <a:ext uri="{FF2B5EF4-FFF2-40B4-BE49-F238E27FC236}">
                <a16:creationId xmlns:a16="http://schemas.microsoft.com/office/drawing/2014/main" id="{A4363F3B-796C-8FE5-6252-8A4F02DA63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70" y="2656936"/>
            <a:ext cx="3519577" cy="351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1747419"/>
            <a:ext cx="4571553" cy="900890"/>
          </a:xfrm>
          <a:noFill/>
        </p:spPr>
        <p:txBody>
          <a:bodyPr rtlCol="0"/>
          <a:lstStyle>
            <a:defPPr>
              <a:defRPr lang="es-ES"/>
            </a:defPPr>
          </a:lstStyle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s-MX" sz="1800" dirty="0">
                <a:latin typeface="Arial" panose="020B0604020202020204" pitchFamily="34" charset="0"/>
              </a:rPr>
              <a:t>Automatizar y optimizar la gestión administrativa del centro de terapia con una solución digital en:</a:t>
            </a:r>
            <a:endParaRPr lang="es-PE" sz="1800" dirty="0">
              <a:latin typeface="Arial" panose="020B0604020202020204" pitchFamily="34" charset="0"/>
            </a:endParaRPr>
          </a:p>
        </p:txBody>
      </p:sp>
      <p:pic>
        <p:nvPicPr>
          <p:cNvPr id="7" name="Marcador de posición de imagen 17" descr="Una persona dibujando sobre una pizarra">
            <a:extLst>
              <a:ext uri="{FF2B5EF4-FFF2-40B4-BE49-F238E27FC236}">
                <a16:creationId xmlns:a16="http://schemas.microsoft.com/office/drawing/2014/main" id="{58104626-8F66-9575-5E49-2907EACF11C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78049" y="788713"/>
            <a:ext cx="5132388" cy="5132388"/>
          </a:xfrm>
          <a:solidFill>
            <a:schemeClr val="accent5"/>
          </a:solidFill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4F3E1EC0-0A3E-4122-91A7-EE9602EBE57B}"/>
              </a:ext>
            </a:extLst>
          </p:cNvPr>
          <p:cNvSpPr txBox="1">
            <a:spLocks/>
          </p:cNvSpPr>
          <p:nvPr/>
        </p:nvSpPr>
        <p:spPr>
          <a:xfrm>
            <a:off x="550863" y="483925"/>
            <a:ext cx="11090275" cy="758950"/>
          </a:xfrm>
          <a:prstGeom prst="rect">
            <a:avLst/>
          </a:prstGeom>
        </p:spPr>
        <p:txBody>
          <a:bodyPr vert="horz" wrap="square" lIns="91440" tIns="0" rIns="0" bIns="0" rtlCol="0" anchor="b" anchorCtr="0">
            <a:no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dirty="0">
                <a:latin typeface="Aharoni" panose="02010803020104030203" pitchFamily="2" charset="-79"/>
                <a:cs typeface="Aharoni" panose="02010803020104030203" pitchFamily="2" charset="-79"/>
              </a:rPr>
              <a:t>1. Objetivo</a:t>
            </a:r>
          </a:p>
        </p:txBody>
      </p:sp>
      <p:sp>
        <p:nvSpPr>
          <p:cNvPr id="2" name="Subtítulo 2">
            <a:extLst>
              <a:ext uri="{FF2B5EF4-FFF2-40B4-BE49-F238E27FC236}">
                <a16:creationId xmlns:a16="http://schemas.microsoft.com/office/drawing/2014/main" id="{9A0C4DE6-1117-668E-6A2E-D2A8EB012680}"/>
              </a:ext>
            </a:extLst>
          </p:cNvPr>
          <p:cNvSpPr txBox="1">
            <a:spLocks/>
          </p:cNvSpPr>
          <p:nvPr/>
        </p:nvSpPr>
        <p:spPr>
          <a:xfrm>
            <a:off x="828680" y="2803752"/>
            <a:ext cx="4571553" cy="1102310"/>
          </a:xfrm>
          <a:prstGeom prst="rect">
            <a:avLst/>
          </a:prstGeom>
          <a:noFill/>
        </p:spPr>
        <p:txBody>
          <a:bodyPr vert="horz" wrap="square" lIns="91440" tIns="0" rIns="91440" bIns="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es-PE" sz="1800" dirty="0">
                <a:latin typeface="Arial" panose="020B0604020202020204" pitchFamily="34" charset="0"/>
              </a:rPr>
              <a:t>Fisioterapia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PE" sz="1800" dirty="0">
                <a:latin typeface="Arial" panose="020B0604020202020204" pitchFamily="34" charset="0"/>
              </a:rPr>
              <a:t>Quiropraxia</a:t>
            </a:r>
            <a:r>
              <a:rPr lang="es-PE" sz="18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PE" sz="1800" dirty="0">
                <a:latin typeface="Arial" panose="020B0604020202020204" pitchFamily="34" charset="0"/>
              </a:rPr>
              <a:t>Rehabilitación</a:t>
            </a:r>
          </a:p>
        </p:txBody>
      </p:sp>
      <p:pic>
        <p:nvPicPr>
          <p:cNvPr id="1026" name="Picture 2" descr="Profesional Técnico en Fisioterapia y Rehabilitación">
            <a:extLst>
              <a:ext uri="{FF2B5EF4-FFF2-40B4-BE49-F238E27FC236}">
                <a16:creationId xmlns:a16="http://schemas.microsoft.com/office/drawing/2014/main" id="{B173A6FE-8990-B443-3157-DD002EEF9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1269" y="3769743"/>
            <a:ext cx="3027872" cy="3027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8592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961" y="1493963"/>
            <a:ext cx="4926991" cy="1577042"/>
          </a:xfrm>
          <a:noFill/>
        </p:spPr>
        <p:txBody>
          <a:bodyPr vert="horz" wrap="square" lIns="91440" tIns="0" rIns="91440" bIns="0" rtlCol="0">
            <a:noAutofit/>
          </a:bodyPr>
          <a:lstStyle>
            <a:defPPr>
              <a:defRPr lang="es-ES"/>
            </a:def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sz="1800" dirty="0">
                <a:latin typeface="Arial" panose="020B0604020202020204" pitchFamily="34" charset="0"/>
              </a:rPr>
              <a:t>Cuadernos clínicos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sz="1800" dirty="0">
                <a:latin typeface="Arial" panose="020B0604020202020204" pitchFamily="34" charset="0"/>
              </a:rPr>
              <a:t>Archivos Excel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sz="1800" dirty="0">
                <a:latin typeface="Arial" panose="020B0604020202020204" pitchFamily="34" charset="0"/>
              </a:rPr>
              <a:t>Agendas manuales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sz="1800" dirty="0">
                <a:latin typeface="Arial" panose="020B0604020202020204" pitchFamily="34" charset="0"/>
              </a:rPr>
              <a:t>Mensajes de WhatsApp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PE" sz="1800" dirty="0">
              <a:latin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F3E1EC0-0A3E-4122-91A7-EE9602EBE57B}"/>
              </a:ext>
            </a:extLst>
          </p:cNvPr>
          <p:cNvSpPr txBox="1">
            <a:spLocks/>
          </p:cNvSpPr>
          <p:nvPr/>
        </p:nvSpPr>
        <p:spPr>
          <a:xfrm>
            <a:off x="550863" y="483925"/>
            <a:ext cx="11090275" cy="758950"/>
          </a:xfrm>
          <a:prstGeom prst="rect">
            <a:avLst/>
          </a:prstGeom>
        </p:spPr>
        <p:txBody>
          <a:bodyPr vert="horz" wrap="square" lIns="91440" tIns="0" rIns="0" bIns="0" rtlCol="0" anchor="b" anchorCtr="0">
            <a:no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dirty="0">
                <a:latin typeface="Aharoni" panose="02010803020104030203" pitchFamily="2" charset="-79"/>
                <a:cs typeface="Aharoni" panose="02010803020104030203" pitchFamily="2" charset="-79"/>
              </a:rPr>
              <a:t>2. Contexto actual</a:t>
            </a:r>
          </a:p>
        </p:txBody>
      </p:sp>
      <p:pic>
        <p:nvPicPr>
          <p:cNvPr id="8" name="Marcador de posición de imagen 7" descr="Texto, Pizarra&#10;&#10;Descripción generada automáticamente">
            <a:extLst>
              <a:ext uri="{FF2B5EF4-FFF2-40B4-BE49-F238E27FC236}">
                <a16:creationId xmlns:a16="http://schemas.microsoft.com/office/drawing/2014/main" id="{821A38C8-AF06-46CD-B96E-17F9D8AB816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5" r="21875"/>
          <a:stretch>
            <a:fillRect/>
          </a:stretch>
        </p:blipFill>
        <p:spPr/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451A5C3E-7DE8-5E9E-F8D7-7AB01B0AA9EC}"/>
              </a:ext>
            </a:extLst>
          </p:cNvPr>
          <p:cNvSpPr txBox="1">
            <a:spLocks/>
          </p:cNvSpPr>
          <p:nvPr/>
        </p:nvSpPr>
        <p:spPr>
          <a:xfrm>
            <a:off x="650960" y="3260400"/>
            <a:ext cx="5027089" cy="621487"/>
          </a:xfrm>
          <a:prstGeom prst="rect">
            <a:avLst/>
          </a:prstGeom>
          <a:noFill/>
        </p:spPr>
        <p:txBody>
          <a:bodyPr vert="horz" wrap="square" lIns="91440" tIns="0" rIns="91440" bIns="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 b="1" dirty="0"/>
              <a:t>Esto genera desorden y pérdida de información.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PE" sz="1800" b="1" dirty="0">
              <a:latin typeface="Arial" panose="020B0604020202020204" pitchFamily="34" charset="0"/>
            </a:endParaRP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09DAA9A2-A8AC-7893-E618-0BDA120EEBDF}"/>
              </a:ext>
            </a:extLst>
          </p:cNvPr>
          <p:cNvSpPr txBox="1">
            <a:spLocks/>
          </p:cNvSpPr>
          <p:nvPr/>
        </p:nvSpPr>
        <p:spPr>
          <a:xfrm>
            <a:off x="650961" y="3958242"/>
            <a:ext cx="4926991" cy="1577042"/>
          </a:xfrm>
          <a:prstGeom prst="rect">
            <a:avLst/>
          </a:prstGeom>
          <a:noFill/>
        </p:spPr>
        <p:txBody>
          <a:bodyPr vert="horz" wrap="square" lIns="91440" tIns="0" rIns="91440" bIns="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800" dirty="0" err="1">
                <a:latin typeface="Arial" panose="020B0604020202020204" pitchFamily="34" charset="0"/>
              </a:rPr>
              <a:t>Pérdida</a:t>
            </a:r>
            <a:r>
              <a:rPr lang="pt-BR" sz="1800" dirty="0">
                <a:latin typeface="Arial" panose="020B0604020202020204" pitchFamily="34" charset="0"/>
              </a:rPr>
              <a:t> o </a:t>
            </a:r>
            <a:r>
              <a:rPr lang="pt-BR" sz="1800" dirty="0" err="1">
                <a:latin typeface="Arial" panose="020B0604020202020204" pitchFamily="34" charset="0"/>
              </a:rPr>
              <a:t>desorden</a:t>
            </a:r>
            <a:r>
              <a:rPr lang="pt-BR" sz="1800" dirty="0">
                <a:latin typeface="Arial" panose="020B0604020202020204" pitchFamily="34" charset="0"/>
              </a:rPr>
              <a:t> de historial clínico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800" dirty="0">
                <a:latin typeface="Arial" panose="020B0604020202020204" pitchFamily="34" charset="0"/>
              </a:rPr>
              <a:t>Desorganización en citas y sesiones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sz="1800" dirty="0">
                <a:latin typeface="Arial" panose="020B0604020202020204" pitchFamily="34" charset="0"/>
              </a:rPr>
              <a:t>Falta de control de ingresos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sz="1800" dirty="0">
                <a:latin typeface="Arial" panose="020B0604020202020204" pitchFamily="34" charset="0"/>
              </a:rPr>
              <a:t>Información dispersa.</a:t>
            </a:r>
          </a:p>
        </p:txBody>
      </p:sp>
    </p:spTree>
    <p:extLst>
      <p:ext uri="{BB962C8B-B14F-4D97-AF65-F5344CB8AC3E}">
        <p14:creationId xmlns:p14="http://schemas.microsoft.com/office/powerpoint/2010/main" val="3876831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D5BE93-0252-3CC3-B567-14EC47EB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5"/>
            <a:ext cx="11090275" cy="75895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>
                <a:latin typeface="Aharoni" panose="02010803020104030203" pitchFamily="2" charset="-79"/>
                <a:cs typeface="Aharoni" panose="02010803020104030203" pitchFamily="2" charset="-79"/>
              </a:rPr>
              <a:t>3. Objetivos del Sistema</a:t>
            </a:r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6F6E8DCB-D760-44C5-932F-8AEBE8F6EB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5478783"/>
              </p:ext>
            </p:extLst>
          </p:nvPr>
        </p:nvGraphicFramePr>
        <p:xfrm>
          <a:off x="550863" y="1530164"/>
          <a:ext cx="4891149" cy="4699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058" name="Picture 10" descr="Agente inteligente de atención: cómo funciona Tina">
            <a:extLst>
              <a:ext uri="{FF2B5EF4-FFF2-40B4-BE49-F238E27FC236}">
                <a16:creationId xmlns:a16="http://schemas.microsoft.com/office/drawing/2014/main" id="{2D458F54-FF08-C5E9-0817-07D9A53027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7437" y="1218415"/>
            <a:ext cx="5356996" cy="5322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D7CA0-BE71-F48B-27D1-C2D4CFFEC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E64E9DC6-D9CD-4E3A-3B99-B5E24D25FF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1487" y="3834441"/>
            <a:ext cx="4571553" cy="374622"/>
          </a:xfrm>
          <a:noFill/>
        </p:spPr>
        <p:txBody>
          <a:bodyPr rtlCol="0"/>
          <a:lstStyle>
            <a:defPPr>
              <a:defRPr lang="es-ES"/>
            </a:defPPr>
          </a:lstStyle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s-MX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Arquitectura</a:t>
            </a:r>
            <a:endParaRPr lang="es-PE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66D01C1B-E20A-F079-8B72-D28797D1C84F}"/>
              </a:ext>
            </a:extLst>
          </p:cNvPr>
          <p:cNvSpPr txBox="1">
            <a:spLocks/>
          </p:cNvSpPr>
          <p:nvPr/>
        </p:nvSpPr>
        <p:spPr>
          <a:xfrm>
            <a:off x="550863" y="483925"/>
            <a:ext cx="11090275" cy="758950"/>
          </a:xfrm>
          <a:prstGeom prst="rect">
            <a:avLst/>
          </a:prstGeom>
        </p:spPr>
        <p:txBody>
          <a:bodyPr vert="horz" wrap="square" lIns="91440" tIns="0" rIns="0" bIns="0" rtlCol="0" anchor="b" anchorCtr="0">
            <a:no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dirty="0">
                <a:latin typeface="Aharoni" panose="02010803020104030203" pitchFamily="2" charset="-79"/>
                <a:cs typeface="Aharoni" panose="02010803020104030203" pitchFamily="2" charset="-79"/>
              </a:rPr>
              <a:t>4. Propuesta Técnica</a:t>
            </a:r>
          </a:p>
        </p:txBody>
      </p:sp>
      <p:pic>
        <p:nvPicPr>
          <p:cNvPr id="9" name="Marcador de posición de imagen 8" descr="Imagen que contiene persona, hombre, tabla, comida&#10;&#10;Descripción generada automáticamente">
            <a:extLst>
              <a:ext uri="{FF2B5EF4-FFF2-40B4-BE49-F238E27FC236}">
                <a16:creationId xmlns:a16="http://schemas.microsoft.com/office/drawing/2014/main" id="{0CDB507C-E8DB-C7D3-961E-BA4D1D743B2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5" r="21875"/>
          <a:stretch>
            <a:fillRect/>
          </a:stretch>
        </p:blipFill>
        <p:spPr>
          <a:xfrm>
            <a:off x="6378125" y="790674"/>
            <a:ext cx="5132388" cy="5132388"/>
          </a:xfr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07980E01-07D8-62D6-D92D-696BEBBE497B}"/>
              </a:ext>
            </a:extLst>
          </p:cNvPr>
          <p:cNvSpPr/>
          <p:nvPr/>
        </p:nvSpPr>
        <p:spPr>
          <a:xfrm>
            <a:off x="681487" y="1854680"/>
            <a:ext cx="4666890" cy="345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dirty="0"/>
              <a:t>Gestión de especialidades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7FA9FB86-C6DE-D19F-8C7E-EB8706B1ABAD}"/>
              </a:ext>
            </a:extLst>
          </p:cNvPr>
          <p:cNvSpPr/>
          <p:nvPr/>
        </p:nvSpPr>
        <p:spPr>
          <a:xfrm>
            <a:off x="681487" y="2293140"/>
            <a:ext cx="4666890" cy="345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dirty="0"/>
              <a:t>Gestión de terapeutas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6C406C8-49E4-BEC5-4680-3D1EFB1571AF}"/>
              </a:ext>
            </a:extLst>
          </p:cNvPr>
          <p:cNvSpPr/>
          <p:nvPr/>
        </p:nvSpPr>
        <p:spPr>
          <a:xfrm>
            <a:off x="681487" y="2738740"/>
            <a:ext cx="4666890" cy="345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dirty="0"/>
              <a:t>Gestión de pacientes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B4212301-6DAC-C89D-93C5-15E494D3E352}"/>
              </a:ext>
            </a:extLst>
          </p:cNvPr>
          <p:cNvSpPr/>
          <p:nvPr/>
        </p:nvSpPr>
        <p:spPr>
          <a:xfrm>
            <a:off x="681487" y="3184340"/>
            <a:ext cx="4666890" cy="345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dirty="0"/>
              <a:t>Gestión de citas</a:t>
            </a:r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E1D89ABA-0DA7-86FB-8EB0-E1ACED83D8AF}"/>
              </a:ext>
            </a:extLst>
          </p:cNvPr>
          <p:cNvSpPr txBox="1">
            <a:spLocks/>
          </p:cNvSpPr>
          <p:nvPr/>
        </p:nvSpPr>
        <p:spPr>
          <a:xfrm>
            <a:off x="681486" y="1387918"/>
            <a:ext cx="4571553" cy="374622"/>
          </a:xfrm>
          <a:prstGeom prst="rect">
            <a:avLst/>
          </a:prstGeom>
          <a:noFill/>
        </p:spPr>
        <p:txBody>
          <a:bodyPr vert="horz" wrap="square" lIns="91440" tIns="0" rIns="91440" bIns="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Symbol" panose="05050102010706020507" pitchFamily="18" charset="2"/>
              <a:buChar char=""/>
            </a:pPr>
            <a:r>
              <a:rPr lang="es-MX" sz="1800" dirty="0">
                <a:latin typeface="Arial" panose="020B0604020202020204" pitchFamily="34" charset="0"/>
                <a:ea typeface="Times New Roman" panose="02020603050405020304" pitchFamily="18" charset="0"/>
              </a:rPr>
              <a:t>Funcionalidades del sistema</a:t>
            </a:r>
            <a:endParaRPr lang="es-PE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287151C1-838E-CEC2-D09A-1EDEF164FD9F}"/>
              </a:ext>
            </a:extLst>
          </p:cNvPr>
          <p:cNvSpPr/>
          <p:nvPr/>
        </p:nvSpPr>
        <p:spPr>
          <a:xfrm>
            <a:off x="681487" y="4219805"/>
            <a:ext cx="4666890" cy="345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dirty="0" err="1"/>
              <a:t>Php</a:t>
            </a:r>
            <a:r>
              <a:rPr lang="es-PE" dirty="0"/>
              <a:t>, </a:t>
            </a:r>
            <a:r>
              <a:rPr lang="es-PE" dirty="0" err="1"/>
              <a:t>mysql</a:t>
            </a:r>
            <a:r>
              <a:rPr lang="es-PE" dirty="0"/>
              <a:t> (mismo dominio)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9F320F0C-BC35-E70B-BD2A-C349B98FC711}"/>
              </a:ext>
            </a:extLst>
          </p:cNvPr>
          <p:cNvSpPr txBox="1">
            <a:spLocks/>
          </p:cNvSpPr>
          <p:nvPr/>
        </p:nvSpPr>
        <p:spPr>
          <a:xfrm>
            <a:off x="681485" y="4880648"/>
            <a:ext cx="4571553" cy="374622"/>
          </a:xfrm>
          <a:prstGeom prst="rect">
            <a:avLst/>
          </a:prstGeom>
          <a:noFill/>
        </p:spPr>
        <p:txBody>
          <a:bodyPr vert="horz" wrap="square" lIns="91440" tIns="0" rIns="91440" bIns="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Symbol" panose="05050102010706020507" pitchFamily="18" charset="2"/>
              <a:buChar char=""/>
            </a:pPr>
            <a:r>
              <a:rPr lang="es-PE" sz="1800" dirty="0">
                <a:latin typeface="Arial" panose="020B0604020202020204" pitchFamily="34" charset="0"/>
              </a:rPr>
              <a:t>Fecha de inicio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AA2A5A4D-9966-D71F-41EF-95AD7BA33D80}"/>
              </a:ext>
            </a:extLst>
          </p:cNvPr>
          <p:cNvSpPr/>
          <p:nvPr/>
        </p:nvSpPr>
        <p:spPr>
          <a:xfrm>
            <a:off x="681487" y="5255270"/>
            <a:ext cx="4666890" cy="345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dirty="0"/>
              <a:t>2026-04-01</a:t>
            </a:r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777C564B-9484-FA03-F2CA-C48C9B271F3C}"/>
              </a:ext>
            </a:extLst>
          </p:cNvPr>
          <p:cNvSpPr txBox="1">
            <a:spLocks/>
          </p:cNvSpPr>
          <p:nvPr/>
        </p:nvSpPr>
        <p:spPr>
          <a:xfrm>
            <a:off x="681484" y="5818604"/>
            <a:ext cx="4571553" cy="374622"/>
          </a:xfrm>
          <a:prstGeom prst="rect">
            <a:avLst/>
          </a:prstGeom>
          <a:noFill/>
        </p:spPr>
        <p:txBody>
          <a:bodyPr vert="horz" wrap="square" lIns="91440" tIns="0" rIns="91440" bIns="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Symbol" panose="05050102010706020507" pitchFamily="18" charset="2"/>
              <a:buChar char=""/>
            </a:pPr>
            <a:r>
              <a:rPr lang="es-PE" sz="1800" dirty="0">
                <a:latin typeface="Arial" panose="020B0604020202020204" pitchFamily="34" charset="0"/>
              </a:rPr>
              <a:t>Duración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A6DFC685-D9DB-C5E9-1BF6-DD87A4B2F228}"/>
              </a:ext>
            </a:extLst>
          </p:cNvPr>
          <p:cNvSpPr/>
          <p:nvPr/>
        </p:nvSpPr>
        <p:spPr>
          <a:xfrm>
            <a:off x="681487" y="6238976"/>
            <a:ext cx="4666890" cy="345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dirty="0"/>
              <a:t>2 meses (Puesta en producción)</a:t>
            </a:r>
          </a:p>
        </p:txBody>
      </p:sp>
    </p:spTree>
    <p:extLst>
      <p:ext uri="{BB962C8B-B14F-4D97-AF65-F5344CB8AC3E}">
        <p14:creationId xmlns:p14="http://schemas.microsoft.com/office/powerpoint/2010/main" val="531920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2" y="1592201"/>
            <a:ext cx="4571553" cy="374622"/>
          </a:xfrm>
          <a:noFill/>
        </p:spPr>
        <p:txBody>
          <a:bodyPr rtlCol="0"/>
          <a:lstStyle>
            <a:defPPr>
              <a:defRPr lang="es-ES"/>
            </a:defPPr>
          </a:lstStyle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s-MX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Hitos</a:t>
            </a:r>
            <a:endParaRPr lang="es-PE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F3E1EC0-0A3E-4122-91A7-EE9602EBE57B}"/>
              </a:ext>
            </a:extLst>
          </p:cNvPr>
          <p:cNvSpPr txBox="1">
            <a:spLocks/>
          </p:cNvSpPr>
          <p:nvPr/>
        </p:nvSpPr>
        <p:spPr>
          <a:xfrm>
            <a:off x="550863" y="483925"/>
            <a:ext cx="11090275" cy="758950"/>
          </a:xfrm>
          <a:prstGeom prst="rect">
            <a:avLst/>
          </a:prstGeom>
        </p:spPr>
        <p:txBody>
          <a:bodyPr vert="horz" wrap="square" lIns="91440" tIns="0" rIns="0" bIns="0" rtlCol="0" anchor="b" anchorCtr="0">
            <a:no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dirty="0">
                <a:latin typeface="Aharoni" panose="02010803020104030203" pitchFamily="2" charset="-79"/>
                <a:cs typeface="Aharoni" panose="02010803020104030203" pitchFamily="2" charset="-79"/>
              </a:rPr>
              <a:t>5. Propuesta Económica</a:t>
            </a:r>
          </a:p>
        </p:txBody>
      </p:sp>
      <p:pic>
        <p:nvPicPr>
          <p:cNvPr id="3076" name="Picture 4" descr="Mejor Generador de Avatar de IA Realista">
            <a:extLst>
              <a:ext uri="{FF2B5EF4-FFF2-40B4-BE49-F238E27FC236}">
                <a16:creationId xmlns:a16="http://schemas.microsoft.com/office/drawing/2014/main" id="{FD0CB24A-9643-2FE7-B2C6-B247E94F8E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80" r="10916"/>
          <a:stretch>
            <a:fillRect/>
          </a:stretch>
        </p:blipFill>
        <p:spPr bwMode="auto">
          <a:xfrm>
            <a:off x="7069587" y="0"/>
            <a:ext cx="475876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5B6D958-E50E-291A-D3EA-FB7B7BF167C1}"/>
              </a:ext>
            </a:extLst>
          </p:cNvPr>
          <p:cNvSpPr/>
          <p:nvPr/>
        </p:nvSpPr>
        <p:spPr>
          <a:xfrm>
            <a:off x="655608" y="2143621"/>
            <a:ext cx="4666890" cy="345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dirty="0"/>
              <a:t>Entrega 1 : Demo y pruebas el 31 de Abril 2026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59098D7F-F55E-36AF-6746-0F0DB6706313}"/>
              </a:ext>
            </a:extLst>
          </p:cNvPr>
          <p:cNvSpPr/>
          <p:nvPr/>
        </p:nvSpPr>
        <p:spPr>
          <a:xfrm>
            <a:off x="655608" y="2695041"/>
            <a:ext cx="4666890" cy="345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dirty="0"/>
              <a:t>Entrega 2 : Publicado web, el 31 de Mayo 2026</a:t>
            </a:r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028CAC1B-0EC2-8015-D088-27747C1BF6B9}"/>
              </a:ext>
            </a:extLst>
          </p:cNvPr>
          <p:cNvSpPr txBox="1">
            <a:spLocks/>
          </p:cNvSpPr>
          <p:nvPr/>
        </p:nvSpPr>
        <p:spPr>
          <a:xfrm>
            <a:off x="550861" y="3389423"/>
            <a:ext cx="4571553" cy="374622"/>
          </a:xfrm>
          <a:prstGeom prst="rect">
            <a:avLst/>
          </a:prstGeom>
          <a:noFill/>
        </p:spPr>
        <p:txBody>
          <a:bodyPr vert="horz" wrap="square" lIns="91440" tIns="0" rIns="91440" bIns="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Symbol" panose="05050102010706020507" pitchFamily="18" charset="2"/>
              <a:buChar char=""/>
            </a:pPr>
            <a:r>
              <a:rPr lang="es-MX" sz="1800" dirty="0">
                <a:latin typeface="Arial" panose="020B0604020202020204" pitchFamily="34" charset="0"/>
                <a:ea typeface="Times New Roman" panose="02020603050405020304" pitchFamily="18" charset="0"/>
              </a:rPr>
              <a:t>Plan</a:t>
            </a:r>
            <a:endParaRPr lang="es-PE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BD5E4380-50AB-1192-55F1-F9717ADFC1C2}"/>
              </a:ext>
            </a:extLst>
          </p:cNvPr>
          <p:cNvSpPr/>
          <p:nvPr/>
        </p:nvSpPr>
        <p:spPr>
          <a:xfrm>
            <a:off x="655608" y="3953739"/>
            <a:ext cx="4666890" cy="345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dirty="0"/>
              <a:t>Solución Web: 2500 soles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0E86292A-A927-38FE-87CD-9CFE95E23173}"/>
              </a:ext>
            </a:extLst>
          </p:cNvPr>
          <p:cNvSpPr/>
          <p:nvPr/>
        </p:nvSpPr>
        <p:spPr>
          <a:xfrm>
            <a:off x="1239329" y="4718649"/>
            <a:ext cx="4666890" cy="29119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dirty="0"/>
              <a:t>Parte 1: 1000 soles (01 Abril 2026)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17976845-605E-C29E-2978-7FF6742F3B0B}"/>
              </a:ext>
            </a:extLst>
          </p:cNvPr>
          <p:cNvSpPr/>
          <p:nvPr/>
        </p:nvSpPr>
        <p:spPr>
          <a:xfrm>
            <a:off x="1239329" y="5203315"/>
            <a:ext cx="4666890" cy="34505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dirty="0"/>
              <a:t>Parte 2: 1500 soles (31 Mayo 2026)</a:t>
            </a:r>
          </a:p>
        </p:txBody>
      </p:sp>
    </p:spTree>
    <p:extLst>
      <p:ext uri="{BB962C8B-B14F-4D97-AF65-F5344CB8AC3E}">
        <p14:creationId xmlns:p14="http://schemas.microsoft.com/office/powerpoint/2010/main" val="4284456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B47E2-75A0-B0D9-7FDC-88774CCD6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42FC972D-66F1-37D1-EAB5-E61BC026DB11}"/>
              </a:ext>
            </a:extLst>
          </p:cNvPr>
          <p:cNvSpPr txBox="1">
            <a:spLocks/>
          </p:cNvSpPr>
          <p:nvPr/>
        </p:nvSpPr>
        <p:spPr>
          <a:xfrm>
            <a:off x="550863" y="483925"/>
            <a:ext cx="11090275" cy="758950"/>
          </a:xfrm>
          <a:prstGeom prst="rect">
            <a:avLst/>
          </a:prstGeom>
        </p:spPr>
        <p:txBody>
          <a:bodyPr vert="horz" wrap="square" lIns="91440" tIns="0" rIns="0" bIns="0" rtlCol="0" anchor="b" anchorCtr="0">
            <a:no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dirty="0">
                <a:latin typeface="Aharoni" panose="02010803020104030203" pitchFamily="2" charset="-79"/>
                <a:cs typeface="Aharoni" panose="02010803020104030203" pitchFamily="2" charset="-79"/>
              </a:rPr>
              <a:t>6. Potenciales mejoras futuras</a:t>
            </a:r>
          </a:p>
        </p:txBody>
      </p:sp>
      <p:pic>
        <p:nvPicPr>
          <p:cNvPr id="9" name="Marcador de posición de imagen 8" descr="Imagen que contiene persona, hombre, tabla, comida&#10;&#10;Descripción generada automáticamente">
            <a:extLst>
              <a:ext uri="{FF2B5EF4-FFF2-40B4-BE49-F238E27FC236}">
                <a16:creationId xmlns:a16="http://schemas.microsoft.com/office/drawing/2014/main" id="{D5BEBBA0-340D-E4FA-1B19-DFE82EA0A07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5" r="21875"/>
          <a:stretch>
            <a:fillRect/>
          </a:stretch>
        </p:blipFill>
        <p:spPr>
          <a:xfrm>
            <a:off x="6378125" y="790674"/>
            <a:ext cx="5132388" cy="5132388"/>
          </a:xfr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E5FCF566-6120-D2AA-2119-9EFC28F64B6E}"/>
              </a:ext>
            </a:extLst>
          </p:cNvPr>
          <p:cNvSpPr/>
          <p:nvPr/>
        </p:nvSpPr>
        <p:spPr>
          <a:xfrm>
            <a:off x="681487" y="1854680"/>
            <a:ext cx="4666890" cy="345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dirty="0"/>
              <a:t>Registro e historial de pagos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26E1F24B-5E50-D3BD-5C91-759BA462D265}"/>
              </a:ext>
            </a:extLst>
          </p:cNvPr>
          <p:cNvSpPr/>
          <p:nvPr/>
        </p:nvSpPr>
        <p:spPr>
          <a:xfrm>
            <a:off x="681487" y="2293140"/>
            <a:ext cx="4666890" cy="345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dirty="0"/>
              <a:t>Gestión de atención de citas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8E2B2800-648E-5B6F-2C80-56D6F3647BDD}"/>
              </a:ext>
            </a:extLst>
          </p:cNvPr>
          <p:cNvSpPr/>
          <p:nvPr/>
        </p:nvSpPr>
        <p:spPr>
          <a:xfrm>
            <a:off x="681487" y="2738740"/>
            <a:ext cx="4666890" cy="345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dirty="0"/>
              <a:t>Plan de tratamiento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D0F2BEBC-EC9E-382E-F134-D79E819CE364}"/>
              </a:ext>
            </a:extLst>
          </p:cNvPr>
          <p:cNvSpPr/>
          <p:nvPr/>
        </p:nvSpPr>
        <p:spPr>
          <a:xfrm>
            <a:off x="681487" y="3184340"/>
            <a:ext cx="4666890" cy="345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dirty="0"/>
              <a:t>Registro de Sesiones</a:t>
            </a:r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6B128037-2258-1A86-67AD-654116A6214D}"/>
              </a:ext>
            </a:extLst>
          </p:cNvPr>
          <p:cNvSpPr txBox="1">
            <a:spLocks/>
          </p:cNvSpPr>
          <p:nvPr/>
        </p:nvSpPr>
        <p:spPr>
          <a:xfrm>
            <a:off x="681486" y="1387918"/>
            <a:ext cx="4571553" cy="374622"/>
          </a:xfrm>
          <a:prstGeom prst="rect">
            <a:avLst/>
          </a:prstGeom>
          <a:noFill/>
        </p:spPr>
        <p:txBody>
          <a:bodyPr vert="horz" wrap="square" lIns="91440" tIns="0" rIns="91440" bIns="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Symbol" panose="05050102010706020507" pitchFamily="18" charset="2"/>
              <a:buChar char=""/>
            </a:pPr>
            <a:r>
              <a:rPr lang="es-MX" sz="1800" dirty="0">
                <a:latin typeface="Arial" panose="020B0604020202020204" pitchFamily="34" charset="0"/>
                <a:ea typeface="Times New Roman" panose="02020603050405020304" pitchFamily="18" charset="0"/>
              </a:rPr>
              <a:t>Funcionalidades del sistema</a:t>
            </a:r>
            <a:endParaRPr lang="es-PE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F4184026-525C-562A-FC5C-27C66B2B7A20}"/>
              </a:ext>
            </a:extLst>
          </p:cNvPr>
          <p:cNvSpPr/>
          <p:nvPr/>
        </p:nvSpPr>
        <p:spPr>
          <a:xfrm>
            <a:off x="681487" y="3629940"/>
            <a:ext cx="4666890" cy="345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dirty="0"/>
              <a:t>Recordatorios automáticos de citas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629396A2-30F1-B6E6-320C-4E4EDC5F8C74}"/>
              </a:ext>
            </a:extLst>
          </p:cNvPr>
          <p:cNvSpPr/>
          <p:nvPr/>
        </p:nvSpPr>
        <p:spPr>
          <a:xfrm>
            <a:off x="681486" y="4075540"/>
            <a:ext cx="4666890" cy="345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dirty="0"/>
              <a:t>Integración con WhatsApp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D9FFDA7-9D10-3C19-7034-45884AFC469B}"/>
              </a:ext>
            </a:extLst>
          </p:cNvPr>
          <p:cNvSpPr/>
          <p:nvPr/>
        </p:nvSpPr>
        <p:spPr>
          <a:xfrm>
            <a:off x="681486" y="4562713"/>
            <a:ext cx="4666890" cy="345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dirty="0" err="1"/>
              <a:t>Dashboard</a:t>
            </a:r>
            <a:r>
              <a:rPr lang="es-PE" dirty="0"/>
              <a:t> de indicadores</a:t>
            </a:r>
          </a:p>
        </p:txBody>
      </p:sp>
    </p:spTree>
    <p:extLst>
      <p:ext uri="{BB962C8B-B14F-4D97-AF65-F5344CB8AC3E}">
        <p14:creationId xmlns:p14="http://schemas.microsoft.com/office/powerpoint/2010/main" val="3591674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21106B59-80B8-CEED-0BCA-BC3F80A85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73C2F317-81E4-3678-2FF2-495B3A95470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A7C6D33A-37B7-D2C4-2C1C-6D5253D0D480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" name="Forma libre 8">
              <a:extLst>
                <a:ext uri="{FF2B5EF4-FFF2-40B4-BE49-F238E27FC236}">
                  <a16:creationId xmlns:a16="http://schemas.microsoft.com/office/drawing/2014/main" id="{18145A95-72C3-9BFC-32D2-908F235E389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9" name="Elipse 8">
            <a:extLst>
              <a:ext uri="{FF2B5EF4-FFF2-40B4-BE49-F238E27FC236}">
                <a16:creationId xmlns:a16="http://schemas.microsoft.com/office/drawing/2014/main" id="{5C4A7DC2-42C3-FDDF-02BF-9598D75A6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E087F2A7-1D90-4CCC-B725-3FB4004D084B}"/>
              </a:ext>
            </a:extLst>
          </p:cNvPr>
          <p:cNvSpPr txBox="1">
            <a:spLocks/>
          </p:cNvSpPr>
          <p:nvPr/>
        </p:nvSpPr>
        <p:spPr>
          <a:xfrm>
            <a:off x="550863" y="483925"/>
            <a:ext cx="11090275" cy="758950"/>
          </a:xfrm>
          <a:prstGeom prst="rect">
            <a:avLst/>
          </a:prstGeom>
        </p:spPr>
        <p:txBody>
          <a:bodyPr vert="horz" wrap="square" lIns="91440" tIns="0" rIns="0" bIns="0" rtlCol="0" anchor="b" anchorCtr="0">
            <a:no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dirty="0">
                <a:latin typeface="Aharoni" panose="02010803020104030203" pitchFamily="2" charset="-79"/>
                <a:cs typeface="Aharoni" panose="02010803020104030203" pitchFamily="2" charset="-79"/>
              </a:rPr>
              <a:t>7. Compromisos</a:t>
            </a:r>
          </a:p>
        </p:txBody>
      </p:sp>
      <p:graphicFrame>
        <p:nvGraphicFramePr>
          <p:cNvPr id="15" name="Diagrama 14">
            <a:extLst>
              <a:ext uri="{FF2B5EF4-FFF2-40B4-BE49-F238E27FC236}">
                <a16:creationId xmlns:a16="http://schemas.microsoft.com/office/drawing/2014/main" id="{B80789A0-709E-4662-8E4F-D2AEAE1433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797557"/>
              </p:ext>
            </p:extLst>
          </p:nvPr>
        </p:nvGraphicFramePr>
        <p:xfrm>
          <a:off x="635154" y="1484837"/>
          <a:ext cx="3719720" cy="35058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3" name="Marcador de posición de imagen 22" descr="Un par de personas sentadas en una mesa&#10;&#10;Descripción generada automáticamente con confianza baja">
            <a:extLst>
              <a:ext uri="{FF2B5EF4-FFF2-40B4-BE49-F238E27FC236}">
                <a16:creationId xmlns:a16="http://schemas.microsoft.com/office/drawing/2014/main" id="{B401A29A-767B-47D2-A7F4-64B860FBB7D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70" r="20370"/>
          <a:stretch>
            <a:fillRect/>
          </a:stretch>
        </p:blipFill>
        <p:spPr/>
      </p:pic>
      <p:sp>
        <p:nvSpPr>
          <p:cNvPr id="24" name="Marcador de contenido 7">
            <a:extLst>
              <a:ext uri="{FF2B5EF4-FFF2-40B4-BE49-F238E27FC236}">
                <a16:creationId xmlns:a16="http://schemas.microsoft.com/office/drawing/2014/main" id="{7304A569-9DE1-4EE9-B727-8108A3FBA9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58197" y="5688977"/>
            <a:ext cx="4039770" cy="1080000"/>
          </a:xfrm>
          <a:noFill/>
        </p:spPr>
        <p:txBody>
          <a:bodyPr vert="horz" lIns="0" tIns="0" rIns="91440" bIns="45720" rtlCol="0" anchor="t">
            <a:normAutofit/>
          </a:bodyPr>
          <a:lstStyle>
            <a:defPPr>
              <a:defRPr lang="es-ES"/>
            </a:defPPr>
          </a:lstStyle>
          <a:p>
            <a:pPr lvl="0"/>
            <a:r>
              <a:rPr lang="es-PE" dirty="0"/>
              <a:t>Tiempo máximo publicado en la web el día 31 de Mayo 2026.</a:t>
            </a:r>
          </a:p>
        </p:txBody>
      </p:sp>
    </p:spTree>
    <p:extLst>
      <p:ext uri="{BB962C8B-B14F-4D97-AF65-F5344CB8AC3E}">
        <p14:creationId xmlns:p14="http://schemas.microsoft.com/office/powerpoint/2010/main" val="414523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EF2F269E-8C03-DAE3-AF75-A41BFEA66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356" y="0"/>
            <a:ext cx="12203356" cy="6858000"/>
          </a:xfrm>
          <a:prstGeom prst="rect">
            <a:avLst/>
          </a:prstGeom>
        </p:spPr>
      </p:pic>
      <p:sp>
        <p:nvSpPr>
          <p:cNvPr id="10" name="Título 14">
            <a:extLst>
              <a:ext uri="{FF2B5EF4-FFF2-40B4-BE49-F238E27FC236}">
                <a16:creationId xmlns:a16="http://schemas.microsoft.com/office/drawing/2014/main" id="{ED124B43-0E2A-CF66-DABE-0D7A4BE9D312}"/>
              </a:ext>
            </a:extLst>
          </p:cNvPr>
          <p:cNvSpPr txBox="1">
            <a:spLocks/>
          </p:cNvSpPr>
          <p:nvPr/>
        </p:nvSpPr>
        <p:spPr>
          <a:xfrm>
            <a:off x="686435" y="814744"/>
            <a:ext cx="2296910" cy="724702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4000" spc="100">
                <a:latin typeface="+mn-lt"/>
                <a:ea typeface="+mn-ea"/>
                <a:cs typeface="+mn-cs"/>
              </a:rPr>
              <a:t>Gracias!!</a:t>
            </a:r>
            <a:endParaRPr lang="es-PE" sz="4000" spc="100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D36C6D9D-98C2-030F-54B3-1D286315A1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83574"/>
              </p:ext>
            </p:extLst>
          </p:nvPr>
        </p:nvGraphicFramePr>
        <p:xfrm>
          <a:off x="-11358" y="5582344"/>
          <a:ext cx="12203355" cy="86150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203355">
                  <a:extLst>
                    <a:ext uri="{9D8B030D-6E8A-4147-A177-3AD203B41FA5}">
                      <a16:colId xmlns:a16="http://schemas.microsoft.com/office/drawing/2014/main" val="1841677652"/>
                    </a:ext>
                  </a:extLst>
                </a:gridCol>
              </a:tblGrid>
              <a:tr h="861507"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602892"/>
                  </a:ext>
                </a:extLst>
              </a:tr>
            </a:tbl>
          </a:graphicData>
        </a:graphic>
      </p:graphicFrame>
      <p:sp>
        <p:nvSpPr>
          <p:cNvPr id="7" name="Título 3">
            <a:extLst>
              <a:ext uri="{FF2B5EF4-FFF2-40B4-BE49-F238E27FC236}">
                <a16:creationId xmlns:a16="http://schemas.microsoft.com/office/drawing/2014/main" id="{C242300E-6F5D-4F22-B734-499E676FCEED}"/>
              </a:ext>
            </a:extLst>
          </p:cNvPr>
          <p:cNvSpPr txBox="1">
            <a:spLocks/>
          </p:cNvSpPr>
          <p:nvPr/>
        </p:nvSpPr>
        <p:spPr>
          <a:xfrm>
            <a:off x="1379729" y="5682205"/>
            <a:ext cx="9421182" cy="72470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PE" sz="2800" b="1" dirty="0"/>
              <a:t>SOLUCIÓN DIGITAL WEB</a:t>
            </a:r>
            <a:endParaRPr lang="es-MX" sz="2500" dirty="0">
              <a:solidFill>
                <a:srgbClr val="FFFF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39748091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258_TF33713516_Win32" id="{DF728B89-FC3D-4E3A-BA79-B7D5AFC65CD2}" vid="{705D60A9-8AE8-4A8A-8A2B-380787BFC21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{4BEC8177-DFA9-4762-98B3-7DB38E125839}tf33713516_win32</Template>
  <TotalTime>788</TotalTime>
  <Words>284</Words>
  <Application>Microsoft Office PowerPoint</Application>
  <PresentationFormat>Panorámica</PresentationFormat>
  <Paragraphs>69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8" baseType="lpstr">
      <vt:lpstr>Aharoni</vt:lpstr>
      <vt:lpstr>Arial</vt:lpstr>
      <vt:lpstr>Calibri</vt:lpstr>
      <vt:lpstr>Gill Sans MT</vt:lpstr>
      <vt:lpstr>Symbol</vt:lpstr>
      <vt:lpstr>Times New Roman</vt:lpstr>
      <vt:lpstr>Walbaum Display</vt:lpstr>
      <vt:lpstr>Wingdings</vt:lpstr>
      <vt:lpstr>3DFloatVTI</vt:lpstr>
      <vt:lpstr>PROPUESTA SOLUCIÓN DIGITAL WEB  2026-03-12</vt:lpstr>
      <vt:lpstr>Presentación de PowerPoint</vt:lpstr>
      <vt:lpstr>Presentación de PowerPoint</vt:lpstr>
      <vt:lpstr>3. Objetivos del Sistema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básica</dc:title>
  <dc:creator>Reque Llumpo, Jose Johnny</dc:creator>
  <cp:lastModifiedBy>Reque Llumpo, Jose Johnny</cp:lastModifiedBy>
  <cp:revision>51</cp:revision>
  <dcterms:created xsi:type="dcterms:W3CDTF">2025-01-05T17:21:12Z</dcterms:created>
  <dcterms:modified xsi:type="dcterms:W3CDTF">2026-03-13T01:05:56Z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